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3"/>
    <p:sldId id="257" r:id="rId4"/>
    <p:sldId id="258" r:id="rId5"/>
    <p:sldId id="259" r:id="rId6"/>
    <p:sldId id="260" r:id="rId7"/>
    <p:sldId id="261" r:id="rId8"/>
    <p:sldId id="262" r:id="rId9"/>
    <p:sldId id="263" r:id="rId10"/>
    <p:sldId id="264" r:id="rId12"/>
    <p:sldId id="265" r:id="rId13"/>
    <p:sldId id="266" r:id="rId14"/>
    <p:sldId id="267" r:id="rId15"/>
    <p:sldId id="268" r:id="rId16"/>
    <p:sldId id="270" r:id="rId17"/>
    <p:sldId id="271" r:id="rId18"/>
    <p:sldId id="272" r:id="rId19"/>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0" d="100"/>
          <a:sy n="70" d="100"/>
        </p:scale>
        <p:origin x="774"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F6648422-C77C-4A68-9A3E-A1AAC9768FCC}" type="datetimeFigureOut">
              <a:rPr lang="en-IN" smtClean="0"/>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FA9E5E68-6EF5-4BF9-908A-D863ABE879AA}"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A9E5E68-6EF5-4BF9-908A-D863ABE879AA}"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4" Type="http://schemas.openxmlformats.org/officeDocument/2006/relationships/image" Target="../media/image23.png"/><Relationship Id="rId23" Type="http://schemas.openxmlformats.org/officeDocument/2006/relationships/image" Target="../media/image22.png"/><Relationship Id="rId22" Type="http://schemas.openxmlformats.org/officeDocument/2006/relationships/image" Target="../media/image21.png"/><Relationship Id="rId21" Type="http://schemas.openxmlformats.org/officeDocument/2006/relationships/image" Target="../media/image20.png"/><Relationship Id="rId20" Type="http://schemas.openxmlformats.org/officeDocument/2006/relationships/image" Target="../media/image19.png"/><Relationship Id="rId2" Type="http://schemas.openxmlformats.org/officeDocument/2006/relationships/image" Target="../media/image1.png"/><Relationship Id="rId19" Type="http://schemas.openxmlformats.org/officeDocument/2006/relationships/image" Target="../media/image18.png"/><Relationship Id="rId18" Type="http://schemas.openxmlformats.org/officeDocument/2006/relationships/image" Target="../media/image17.png"/><Relationship Id="rId17" Type="http://schemas.openxmlformats.org/officeDocument/2006/relationships/image" Target="../media/image16.png"/><Relationship Id="rId16" Type="http://schemas.openxmlformats.org/officeDocument/2006/relationships/image" Target="../media/image15.png"/><Relationship Id="rId15" Type="http://schemas.openxmlformats.org/officeDocument/2006/relationships/image" Target="../media/image14.png"/><Relationship Id="rId14" Type="http://schemas.openxmlformats.org/officeDocument/2006/relationships/image" Target="../media/image13.png"/><Relationship Id="rId13" Type="http://schemas.openxmlformats.org/officeDocument/2006/relationships/image" Target="../media/image12.png"/><Relationship Id="rId12" Type="http://schemas.openxmlformats.org/officeDocument/2006/relationships/image" Target="../media/image11.pn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982392" y="1862259"/>
            <a:ext cx="7535915" cy="1337188"/>
          </a:xfrm>
          <a:prstGeom prst="rect">
            <a:avLst/>
          </a:prstGeom>
        </p:spPr>
        <p:txBody>
          <a:bodyPr wrap="square" lIns="0" tIns="0" rIns="0" bIns="0">
            <a:spAutoFit/>
          </a:bodyPr>
          <a:lstStyle>
            <a:lvl1pPr>
              <a:defRPr sz="8000" b="1" i="0">
                <a:solidFill>
                  <a:srgbClr val="002A58"/>
                </a:solidFill>
                <a:latin typeface="Tahoma" panose="020B0604030504040204"/>
                <a:cs typeface="Tahoma" panose="020B0604030504040204"/>
              </a:defRPr>
            </a:lvl1pPr>
          </a:lstStyle>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7F2EC"/>
          </a:solidFill>
        </p:spPr>
        <p:txBody>
          <a:bodyPr wrap="square" lIns="0" tIns="0" rIns="0" bIns="0" rtlCol="0"/>
          <a:lstStyle/>
          <a:p/>
        </p:txBody>
      </p:sp>
      <p:sp>
        <p:nvSpPr>
          <p:cNvPr id="17" name="bg object 17"/>
          <p:cNvSpPr/>
          <p:nvPr/>
        </p:nvSpPr>
        <p:spPr>
          <a:xfrm>
            <a:off x="0" y="7554027"/>
            <a:ext cx="2733040" cy="2733040"/>
          </a:xfrm>
          <a:custGeom>
            <a:avLst/>
            <a:gdLst/>
            <a:ahLst/>
            <a:cxnLst/>
            <a:rect l="l" t="t" r="r" b="b"/>
            <a:pathLst>
              <a:path w="2733040" h="2733040">
                <a:moveTo>
                  <a:pt x="2732972" y="2732972"/>
                </a:moveTo>
                <a:lnTo>
                  <a:pt x="0" y="2732972"/>
                </a:lnTo>
                <a:lnTo>
                  <a:pt x="0" y="0"/>
                </a:lnTo>
                <a:lnTo>
                  <a:pt x="2732972" y="2732972"/>
                </a:lnTo>
                <a:close/>
              </a:path>
            </a:pathLst>
          </a:custGeom>
          <a:solidFill>
            <a:srgbClr val="FFC62F"/>
          </a:solidFill>
        </p:spPr>
        <p:txBody>
          <a:bodyPr wrap="square" lIns="0" tIns="0" rIns="0" bIns="0" rtlCol="0"/>
          <a:lstStyle/>
          <a:p/>
        </p:txBody>
      </p:sp>
      <p:sp>
        <p:nvSpPr>
          <p:cNvPr id="18" name="bg object 18"/>
          <p:cNvSpPr/>
          <p:nvPr/>
        </p:nvSpPr>
        <p:spPr>
          <a:xfrm>
            <a:off x="0" y="8834378"/>
            <a:ext cx="1452880" cy="1452880"/>
          </a:xfrm>
          <a:custGeom>
            <a:avLst/>
            <a:gdLst/>
            <a:ahLst/>
            <a:cxnLst/>
            <a:rect l="l" t="t" r="r" b="b"/>
            <a:pathLst>
              <a:path w="1452880" h="1452879">
                <a:moveTo>
                  <a:pt x="1452621" y="1452621"/>
                </a:moveTo>
                <a:lnTo>
                  <a:pt x="0" y="1452621"/>
                </a:lnTo>
                <a:lnTo>
                  <a:pt x="0" y="0"/>
                </a:lnTo>
                <a:lnTo>
                  <a:pt x="1452621" y="1452621"/>
                </a:lnTo>
                <a:close/>
              </a:path>
            </a:pathLst>
          </a:custGeom>
          <a:solidFill>
            <a:srgbClr val="002972"/>
          </a:solidFill>
        </p:spPr>
        <p:txBody>
          <a:bodyPr wrap="square" lIns="0" tIns="0" rIns="0" bIns="0" rtlCol="0"/>
          <a:lstStyle/>
          <a:p/>
        </p:txBody>
      </p:sp>
      <p:sp>
        <p:nvSpPr>
          <p:cNvPr id="19" name="bg object 19"/>
          <p:cNvSpPr/>
          <p:nvPr/>
        </p:nvSpPr>
        <p:spPr>
          <a:xfrm>
            <a:off x="15533684" y="0"/>
            <a:ext cx="2754630" cy="2754630"/>
          </a:xfrm>
          <a:custGeom>
            <a:avLst/>
            <a:gdLst/>
            <a:ahLst/>
            <a:cxnLst/>
            <a:rect l="l" t="t" r="r" b="b"/>
            <a:pathLst>
              <a:path w="2754630" h="2754630">
                <a:moveTo>
                  <a:pt x="0" y="0"/>
                </a:moveTo>
                <a:lnTo>
                  <a:pt x="2754316" y="0"/>
                </a:lnTo>
                <a:lnTo>
                  <a:pt x="2754316" y="2754316"/>
                </a:lnTo>
                <a:lnTo>
                  <a:pt x="0" y="0"/>
                </a:lnTo>
                <a:close/>
              </a:path>
            </a:pathLst>
          </a:custGeom>
          <a:solidFill>
            <a:srgbClr val="FFC62F"/>
          </a:solidFill>
        </p:spPr>
        <p:txBody>
          <a:bodyPr wrap="square" lIns="0" tIns="0" rIns="0" bIns="0" rtlCol="0"/>
          <a:lstStyle/>
          <a:p/>
        </p:txBody>
      </p:sp>
      <p:sp>
        <p:nvSpPr>
          <p:cNvPr id="20" name="bg object 20"/>
          <p:cNvSpPr/>
          <p:nvPr/>
        </p:nvSpPr>
        <p:spPr>
          <a:xfrm>
            <a:off x="16814035" y="0"/>
            <a:ext cx="1474470" cy="1474470"/>
          </a:xfrm>
          <a:custGeom>
            <a:avLst/>
            <a:gdLst/>
            <a:ahLst/>
            <a:cxnLst/>
            <a:rect l="l" t="t" r="r" b="b"/>
            <a:pathLst>
              <a:path w="1474469" h="1474470">
                <a:moveTo>
                  <a:pt x="0" y="0"/>
                </a:moveTo>
                <a:lnTo>
                  <a:pt x="1473965" y="0"/>
                </a:lnTo>
                <a:lnTo>
                  <a:pt x="1473965" y="1473965"/>
                </a:lnTo>
                <a:lnTo>
                  <a:pt x="0" y="0"/>
                </a:lnTo>
                <a:close/>
              </a:path>
            </a:pathLst>
          </a:custGeom>
          <a:solidFill>
            <a:srgbClr val="002972"/>
          </a:solidFill>
        </p:spPr>
        <p:txBody>
          <a:bodyPr wrap="square" lIns="0" tIns="0" rIns="0" bIns="0" rtlCol="0"/>
          <a:lstStyle/>
          <a:p/>
        </p:txBody>
      </p:sp>
      <p:pic>
        <p:nvPicPr>
          <p:cNvPr id="21" name="bg object 21"/>
          <p:cNvPicPr/>
          <p:nvPr/>
        </p:nvPicPr>
        <p:blipFill>
          <a:blip r:embed="rId2" cstate="print"/>
          <a:stretch>
            <a:fillRect/>
          </a:stretch>
        </p:blipFill>
        <p:spPr>
          <a:xfrm>
            <a:off x="610204" y="2700428"/>
            <a:ext cx="109780" cy="109780"/>
          </a:xfrm>
          <a:prstGeom prst="rect">
            <a:avLst/>
          </a:prstGeom>
        </p:spPr>
      </p:pic>
      <p:pic>
        <p:nvPicPr>
          <p:cNvPr id="22" name="bg object 22"/>
          <p:cNvPicPr/>
          <p:nvPr/>
        </p:nvPicPr>
        <p:blipFill>
          <a:blip r:embed="rId3" cstate="print"/>
          <a:stretch>
            <a:fillRect/>
          </a:stretch>
        </p:blipFill>
        <p:spPr>
          <a:xfrm>
            <a:off x="610204" y="2281301"/>
            <a:ext cx="109780" cy="109780"/>
          </a:xfrm>
          <a:prstGeom prst="rect">
            <a:avLst/>
          </a:prstGeom>
        </p:spPr>
      </p:pic>
      <p:pic>
        <p:nvPicPr>
          <p:cNvPr id="23" name="bg object 23"/>
          <p:cNvPicPr/>
          <p:nvPr/>
        </p:nvPicPr>
        <p:blipFill>
          <a:blip r:embed="rId4" cstate="print"/>
          <a:stretch>
            <a:fillRect/>
          </a:stretch>
        </p:blipFill>
        <p:spPr>
          <a:xfrm>
            <a:off x="610205" y="1862148"/>
            <a:ext cx="109779" cy="109780"/>
          </a:xfrm>
          <a:prstGeom prst="rect">
            <a:avLst/>
          </a:prstGeom>
        </p:spPr>
      </p:pic>
      <p:pic>
        <p:nvPicPr>
          <p:cNvPr id="24" name="bg object 24"/>
          <p:cNvPicPr/>
          <p:nvPr/>
        </p:nvPicPr>
        <p:blipFill>
          <a:blip r:embed="rId4" cstate="print"/>
          <a:stretch>
            <a:fillRect/>
          </a:stretch>
        </p:blipFill>
        <p:spPr>
          <a:xfrm>
            <a:off x="610205" y="1443033"/>
            <a:ext cx="109779" cy="109780"/>
          </a:xfrm>
          <a:prstGeom prst="rect">
            <a:avLst/>
          </a:prstGeom>
        </p:spPr>
      </p:pic>
      <p:pic>
        <p:nvPicPr>
          <p:cNvPr id="25" name="bg object 25"/>
          <p:cNvPicPr/>
          <p:nvPr/>
        </p:nvPicPr>
        <p:blipFill>
          <a:blip r:embed="rId5" cstate="print"/>
          <a:stretch>
            <a:fillRect/>
          </a:stretch>
        </p:blipFill>
        <p:spPr>
          <a:xfrm>
            <a:off x="610205" y="1023906"/>
            <a:ext cx="109779" cy="109780"/>
          </a:xfrm>
          <a:prstGeom prst="rect">
            <a:avLst/>
          </a:prstGeom>
        </p:spPr>
      </p:pic>
      <p:pic>
        <p:nvPicPr>
          <p:cNvPr id="26" name="bg object 26"/>
          <p:cNvPicPr/>
          <p:nvPr/>
        </p:nvPicPr>
        <p:blipFill>
          <a:blip r:embed="rId6" cstate="print"/>
          <a:stretch>
            <a:fillRect/>
          </a:stretch>
        </p:blipFill>
        <p:spPr>
          <a:xfrm>
            <a:off x="610203" y="604778"/>
            <a:ext cx="109780" cy="109780"/>
          </a:xfrm>
          <a:prstGeom prst="rect">
            <a:avLst/>
          </a:prstGeom>
        </p:spPr>
      </p:pic>
      <p:pic>
        <p:nvPicPr>
          <p:cNvPr id="27" name="bg object 27"/>
          <p:cNvPicPr/>
          <p:nvPr/>
        </p:nvPicPr>
        <p:blipFill>
          <a:blip r:embed="rId7" cstate="print"/>
          <a:stretch>
            <a:fillRect/>
          </a:stretch>
        </p:blipFill>
        <p:spPr>
          <a:xfrm>
            <a:off x="971592" y="2700428"/>
            <a:ext cx="109780" cy="109780"/>
          </a:xfrm>
          <a:prstGeom prst="rect">
            <a:avLst/>
          </a:prstGeom>
        </p:spPr>
      </p:pic>
      <p:pic>
        <p:nvPicPr>
          <p:cNvPr id="28" name="bg object 28"/>
          <p:cNvPicPr/>
          <p:nvPr/>
        </p:nvPicPr>
        <p:blipFill>
          <a:blip r:embed="rId8" cstate="print"/>
          <a:stretch>
            <a:fillRect/>
          </a:stretch>
        </p:blipFill>
        <p:spPr>
          <a:xfrm>
            <a:off x="971641" y="2281297"/>
            <a:ext cx="109782" cy="109783"/>
          </a:xfrm>
          <a:prstGeom prst="rect">
            <a:avLst/>
          </a:prstGeom>
        </p:spPr>
      </p:pic>
      <p:pic>
        <p:nvPicPr>
          <p:cNvPr id="29" name="bg object 29"/>
          <p:cNvPicPr/>
          <p:nvPr/>
        </p:nvPicPr>
        <p:blipFill>
          <a:blip r:embed="rId9" cstate="print"/>
          <a:stretch>
            <a:fillRect/>
          </a:stretch>
        </p:blipFill>
        <p:spPr>
          <a:xfrm>
            <a:off x="971592" y="1862148"/>
            <a:ext cx="109780" cy="109780"/>
          </a:xfrm>
          <a:prstGeom prst="rect">
            <a:avLst/>
          </a:prstGeom>
        </p:spPr>
      </p:pic>
      <p:pic>
        <p:nvPicPr>
          <p:cNvPr id="30" name="bg object 30"/>
          <p:cNvPicPr/>
          <p:nvPr/>
        </p:nvPicPr>
        <p:blipFill>
          <a:blip r:embed="rId9" cstate="print"/>
          <a:stretch>
            <a:fillRect/>
          </a:stretch>
        </p:blipFill>
        <p:spPr>
          <a:xfrm>
            <a:off x="971592" y="1443033"/>
            <a:ext cx="109780" cy="109780"/>
          </a:xfrm>
          <a:prstGeom prst="rect">
            <a:avLst/>
          </a:prstGeom>
        </p:spPr>
      </p:pic>
      <p:pic>
        <p:nvPicPr>
          <p:cNvPr id="31" name="bg object 31"/>
          <p:cNvPicPr/>
          <p:nvPr/>
        </p:nvPicPr>
        <p:blipFill>
          <a:blip r:embed="rId10" cstate="print"/>
          <a:stretch>
            <a:fillRect/>
          </a:stretch>
        </p:blipFill>
        <p:spPr>
          <a:xfrm>
            <a:off x="971641" y="1023902"/>
            <a:ext cx="109782" cy="109784"/>
          </a:xfrm>
          <a:prstGeom prst="rect">
            <a:avLst/>
          </a:prstGeom>
        </p:spPr>
      </p:pic>
      <p:pic>
        <p:nvPicPr>
          <p:cNvPr id="32" name="bg object 32"/>
          <p:cNvPicPr/>
          <p:nvPr/>
        </p:nvPicPr>
        <p:blipFill>
          <a:blip r:embed="rId11" cstate="print"/>
          <a:stretch>
            <a:fillRect/>
          </a:stretch>
        </p:blipFill>
        <p:spPr>
          <a:xfrm>
            <a:off x="971640" y="604775"/>
            <a:ext cx="109782" cy="109783"/>
          </a:xfrm>
          <a:prstGeom prst="rect">
            <a:avLst/>
          </a:prstGeom>
        </p:spPr>
      </p:pic>
      <p:pic>
        <p:nvPicPr>
          <p:cNvPr id="33" name="bg object 33"/>
          <p:cNvPicPr/>
          <p:nvPr/>
        </p:nvPicPr>
        <p:blipFill>
          <a:blip r:embed="rId12" cstate="print"/>
          <a:stretch>
            <a:fillRect/>
          </a:stretch>
        </p:blipFill>
        <p:spPr>
          <a:xfrm>
            <a:off x="1332967" y="2700429"/>
            <a:ext cx="109780" cy="109779"/>
          </a:xfrm>
          <a:prstGeom prst="rect">
            <a:avLst/>
          </a:prstGeom>
        </p:spPr>
      </p:pic>
      <p:pic>
        <p:nvPicPr>
          <p:cNvPr id="34" name="bg object 34"/>
          <p:cNvPicPr/>
          <p:nvPr/>
        </p:nvPicPr>
        <p:blipFill>
          <a:blip r:embed="rId13" cstate="print"/>
          <a:stretch>
            <a:fillRect/>
          </a:stretch>
        </p:blipFill>
        <p:spPr>
          <a:xfrm>
            <a:off x="1332967" y="2281301"/>
            <a:ext cx="109780" cy="109780"/>
          </a:xfrm>
          <a:prstGeom prst="rect">
            <a:avLst/>
          </a:prstGeom>
        </p:spPr>
      </p:pic>
      <p:pic>
        <p:nvPicPr>
          <p:cNvPr id="35" name="bg object 35"/>
          <p:cNvPicPr/>
          <p:nvPr/>
        </p:nvPicPr>
        <p:blipFill>
          <a:blip r:embed="rId14" cstate="print"/>
          <a:stretch>
            <a:fillRect/>
          </a:stretch>
        </p:blipFill>
        <p:spPr>
          <a:xfrm>
            <a:off x="1332968" y="1862149"/>
            <a:ext cx="109779" cy="109778"/>
          </a:xfrm>
          <a:prstGeom prst="rect">
            <a:avLst/>
          </a:prstGeom>
        </p:spPr>
      </p:pic>
      <p:pic>
        <p:nvPicPr>
          <p:cNvPr id="36" name="bg object 36"/>
          <p:cNvPicPr/>
          <p:nvPr/>
        </p:nvPicPr>
        <p:blipFill>
          <a:blip r:embed="rId14" cstate="print"/>
          <a:stretch>
            <a:fillRect/>
          </a:stretch>
        </p:blipFill>
        <p:spPr>
          <a:xfrm>
            <a:off x="1332968" y="1443034"/>
            <a:ext cx="109779" cy="109779"/>
          </a:xfrm>
          <a:prstGeom prst="rect">
            <a:avLst/>
          </a:prstGeom>
        </p:spPr>
      </p:pic>
      <p:pic>
        <p:nvPicPr>
          <p:cNvPr id="37" name="bg object 37"/>
          <p:cNvPicPr/>
          <p:nvPr/>
        </p:nvPicPr>
        <p:blipFill>
          <a:blip r:embed="rId14" cstate="print"/>
          <a:stretch>
            <a:fillRect/>
          </a:stretch>
        </p:blipFill>
        <p:spPr>
          <a:xfrm>
            <a:off x="1332968" y="1023906"/>
            <a:ext cx="109779" cy="109779"/>
          </a:xfrm>
          <a:prstGeom prst="rect">
            <a:avLst/>
          </a:prstGeom>
        </p:spPr>
      </p:pic>
      <p:pic>
        <p:nvPicPr>
          <p:cNvPr id="38" name="bg object 38"/>
          <p:cNvPicPr/>
          <p:nvPr/>
        </p:nvPicPr>
        <p:blipFill>
          <a:blip r:embed="rId15" cstate="print"/>
          <a:stretch>
            <a:fillRect/>
          </a:stretch>
        </p:blipFill>
        <p:spPr>
          <a:xfrm>
            <a:off x="1332967" y="604779"/>
            <a:ext cx="109781" cy="109780"/>
          </a:xfrm>
          <a:prstGeom prst="rect">
            <a:avLst/>
          </a:prstGeom>
        </p:spPr>
      </p:pic>
      <p:pic>
        <p:nvPicPr>
          <p:cNvPr id="39" name="bg object 39"/>
          <p:cNvPicPr/>
          <p:nvPr/>
        </p:nvPicPr>
        <p:blipFill>
          <a:blip r:embed="rId16" cstate="print"/>
          <a:stretch>
            <a:fillRect/>
          </a:stretch>
        </p:blipFill>
        <p:spPr>
          <a:xfrm>
            <a:off x="16840804" y="9567953"/>
            <a:ext cx="109780" cy="109780"/>
          </a:xfrm>
          <a:prstGeom prst="rect">
            <a:avLst/>
          </a:prstGeom>
        </p:spPr>
      </p:pic>
      <p:pic>
        <p:nvPicPr>
          <p:cNvPr id="40" name="bg object 40"/>
          <p:cNvPicPr/>
          <p:nvPr/>
        </p:nvPicPr>
        <p:blipFill>
          <a:blip r:embed="rId3" cstate="print"/>
          <a:stretch>
            <a:fillRect/>
          </a:stretch>
        </p:blipFill>
        <p:spPr>
          <a:xfrm>
            <a:off x="16840804" y="9148825"/>
            <a:ext cx="109780" cy="109780"/>
          </a:xfrm>
          <a:prstGeom prst="rect">
            <a:avLst/>
          </a:prstGeom>
        </p:spPr>
      </p:pic>
      <p:pic>
        <p:nvPicPr>
          <p:cNvPr id="41" name="bg object 41"/>
          <p:cNvPicPr/>
          <p:nvPr/>
        </p:nvPicPr>
        <p:blipFill>
          <a:blip r:embed="rId4" cstate="print"/>
          <a:stretch>
            <a:fillRect/>
          </a:stretch>
        </p:blipFill>
        <p:spPr>
          <a:xfrm>
            <a:off x="16840804" y="8729673"/>
            <a:ext cx="109779" cy="109780"/>
          </a:xfrm>
          <a:prstGeom prst="rect">
            <a:avLst/>
          </a:prstGeom>
        </p:spPr>
      </p:pic>
      <p:pic>
        <p:nvPicPr>
          <p:cNvPr id="42" name="bg object 42"/>
          <p:cNvPicPr/>
          <p:nvPr/>
        </p:nvPicPr>
        <p:blipFill>
          <a:blip r:embed="rId4" cstate="print"/>
          <a:stretch>
            <a:fillRect/>
          </a:stretch>
        </p:blipFill>
        <p:spPr>
          <a:xfrm>
            <a:off x="16840804" y="8310558"/>
            <a:ext cx="109779" cy="109780"/>
          </a:xfrm>
          <a:prstGeom prst="rect">
            <a:avLst/>
          </a:prstGeom>
        </p:spPr>
      </p:pic>
      <p:pic>
        <p:nvPicPr>
          <p:cNvPr id="43" name="bg object 43"/>
          <p:cNvPicPr/>
          <p:nvPr/>
        </p:nvPicPr>
        <p:blipFill>
          <a:blip r:embed="rId4" cstate="print"/>
          <a:stretch>
            <a:fillRect/>
          </a:stretch>
        </p:blipFill>
        <p:spPr>
          <a:xfrm>
            <a:off x="16840804" y="7891430"/>
            <a:ext cx="109779" cy="109780"/>
          </a:xfrm>
          <a:prstGeom prst="rect">
            <a:avLst/>
          </a:prstGeom>
        </p:spPr>
      </p:pic>
      <p:pic>
        <p:nvPicPr>
          <p:cNvPr id="44" name="bg object 44"/>
          <p:cNvPicPr/>
          <p:nvPr/>
        </p:nvPicPr>
        <p:blipFill>
          <a:blip r:embed="rId17" cstate="print"/>
          <a:stretch>
            <a:fillRect/>
          </a:stretch>
        </p:blipFill>
        <p:spPr>
          <a:xfrm>
            <a:off x="16840803" y="7472302"/>
            <a:ext cx="109780" cy="109780"/>
          </a:xfrm>
          <a:prstGeom prst="rect">
            <a:avLst/>
          </a:prstGeom>
        </p:spPr>
      </p:pic>
      <p:pic>
        <p:nvPicPr>
          <p:cNvPr id="45" name="bg object 45"/>
          <p:cNvPicPr/>
          <p:nvPr/>
        </p:nvPicPr>
        <p:blipFill>
          <a:blip r:embed="rId3" cstate="print"/>
          <a:stretch>
            <a:fillRect/>
          </a:stretch>
        </p:blipFill>
        <p:spPr>
          <a:xfrm>
            <a:off x="17202191" y="9567953"/>
            <a:ext cx="109780" cy="109780"/>
          </a:xfrm>
          <a:prstGeom prst="rect">
            <a:avLst/>
          </a:prstGeom>
        </p:spPr>
      </p:pic>
      <p:pic>
        <p:nvPicPr>
          <p:cNvPr id="46" name="bg object 46"/>
          <p:cNvPicPr/>
          <p:nvPr/>
        </p:nvPicPr>
        <p:blipFill>
          <a:blip r:embed="rId9" cstate="print"/>
          <a:stretch>
            <a:fillRect/>
          </a:stretch>
        </p:blipFill>
        <p:spPr>
          <a:xfrm>
            <a:off x="17202191" y="8729673"/>
            <a:ext cx="109780" cy="109780"/>
          </a:xfrm>
          <a:prstGeom prst="rect">
            <a:avLst/>
          </a:prstGeom>
        </p:spPr>
      </p:pic>
      <p:pic>
        <p:nvPicPr>
          <p:cNvPr id="47" name="bg object 47"/>
          <p:cNvPicPr/>
          <p:nvPr/>
        </p:nvPicPr>
        <p:blipFill>
          <a:blip r:embed="rId18" cstate="print"/>
          <a:stretch>
            <a:fillRect/>
          </a:stretch>
        </p:blipFill>
        <p:spPr>
          <a:xfrm>
            <a:off x="17202239" y="9148822"/>
            <a:ext cx="109782" cy="109783"/>
          </a:xfrm>
          <a:prstGeom prst="rect">
            <a:avLst/>
          </a:prstGeom>
        </p:spPr>
      </p:pic>
      <p:pic>
        <p:nvPicPr>
          <p:cNvPr id="48" name="bg object 48"/>
          <p:cNvPicPr/>
          <p:nvPr/>
        </p:nvPicPr>
        <p:blipFill>
          <a:blip r:embed="rId9" cstate="print"/>
          <a:stretch>
            <a:fillRect/>
          </a:stretch>
        </p:blipFill>
        <p:spPr>
          <a:xfrm>
            <a:off x="17202191" y="8310558"/>
            <a:ext cx="109780" cy="109780"/>
          </a:xfrm>
          <a:prstGeom prst="rect">
            <a:avLst/>
          </a:prstGeom>
        </p:spPr>
      </p:pic>
      <p:pic>
        <p:nvPicPr>
          <p:cNvPr id="49" name="bg object 49"/>
          <p:cNvPicPr/>
          <p:nvPr/>
        </p:nvPicPr>
        <p:blipFill>
          <a:blip r:embed="rId19" cstate="print"/>
          <a:stretch>
            <a:fillRect/>
          </a:stretch>
        </p:blipFill>
        <p:spPr>
          <a:xfrm>
            <a:off x="17202239" y="7891427"/>
            <a:ext cx="109782" cy="109784"/>
          </a:xfrm>
          <a:prstGeom prst="rect">
            <a:avLst/>
          </a:prstGeom>
        </p:spPr>
      </p:pic>
      <p:pic>
        <p:nvPicPr>
          <p:cNvPr id="50" name="bg object 50"/>
          <p:cNvPicPr/>
          <p:nvPr/>
        </p:nvPicPr>
        <p:blipFill>
          <a:blip r:embed="rId11" cstate="print"/>
          <a:stretch>
            <a:fillRect/>
          </a:stretch>
        </p:blipFill>
        <p:spPr>
          <a:xfrm>
            <a:off x="17202239" y="7472299"/>
            <a:ext cx="109782" cy="109783"/>
          </a:xfrm>
          <a:prstGeom prst="rect">
            <a:avLst/>
          </a:prstGeom>
        </p:spPr>
      </p:pic>
      <p:pic>
        <p:nvPicPr>
          <p:cNvPr id="51" name="bg object 51"/>
          <p:cNvPicPr/>
          <p:nvPr/>
        </p:nvPicPr>
        <p:blipFill>
          <a:blip r:embed="rId20" cstate="print"/>
          <a:stretch>
            <a:fillRect/>
          </a:stretch>
        </p:blipFill>
        <p:spPr>
          <a:xfrm>
            <a:off x="17563566" y="9567953"/>
            <a:ext cx="109780" cy="109779"/>
          </a:xfrm>
          <a:prstGeom prst="rect">
            <a:avLst/>
          </a:prstGeom>
        </p:spPr>
      </p:pic>
      <p:pic>
        <p:nvPicPr>
          <p:cNvPr id="52" name="bg object 52"/>
          <p:cNvPicPr/>
          <p:nvPr/>
        </p:nvPicPr>
        <p:blipFill>
          <a:blip r:embed="rId21" cstate="print"/>
          <a:stretch>
            <a:fillRect/>
          </a:stretch>
        </p:blipFill>
        <p:spPr>
          <a:xfrm>
            <a:off x="17563566" y="9148825"/>
            <a:ext cx="109780" cy="109780"/>
          </a:xfrm>
          <a:prstGeom prst="rect">
            <a:avLst/>
          </a:prstGeom>
        </p:spPr>
      </p:pic>
      <p:pic>
        <p:nvPicPr>
          <p:cNvPr id="53" name="bg object 53"/>
          <p:cNvPicPr/>
          <p:nvPr/>
        </p:nvPicPr>
        <p:blipFill>
          <a:blip r:embed="rId14" cstate="print"/>
          <a:stretch>
            <a:fillRect/>
          </a:stretch>
        </p:blipFill>
        <p:spPr>
          <a:xfrm>
            <a:off x="17563568" y="8729674"/>
            <a:ext cx="109779" cy="109778"/>
          </a:xfrm>
          <a:prstGeom prst="rect">
            <a:avLst/>
          </a:prstGeom>
        </p:spPr>
      </p:pic>
      <p:pic>
        <p:nvPicPr>
          <p:cNvPr id="54" name="bg object 54"/>
          <p:cNvPicPr/>
          <p:nvPr/>
        </p:nvPicPr>
        <p:blipFill>
          <a:blip r:embed="rId14" cstate="print"/>
          <a:stretch>
            <a:fillRect/>
          </a:stretch>
        </p:blipFill>
        <p:spPr>
          <a:xfrm>
            <a:off x="17563568" y="8310558"/>
            <a:ext cx="109779" cy="109779"/>
          </a:xfrm>
          <a:prstGeom prst="rect">
            <a:avLst/>
          </a:prstGeom>
        </p:spPr>
      </p:pic>
      <p:pic>
        <p:nvPicPr>
          <p:cNvPr id="55" name="bg object 55"/>
          <p:cNvPicPr/>
          <p:nvPr/>
        </p:nvPicPr>
        <p:blipFill>
          <a:blip r:embed="rId14" cstate="print"/>
          <a:stretch>
            <a:fillRect/>
          </a:stretch>
        </p:blipFill>
        <p:spPr>
          <a:xfrm>
            <a:off x="17563568" y="7891431"/>
            <a:ext cx="109779" cy="109779"/>
          </a:xfrm>
          <a:prstGeom prst="rect">
            <a:avLst/>
          </a:prstGeom>
        </p:spPr>
      </p:pic>
      <p:pic>
        <p:nvPicPr>
          <p:cNvPr id="56" name="bg object 56"/>
          <p:cNvPicPr/>
          <p:nvPr/>
        </p:nvPicPr>
        <p:blipFill>
          <a:blip r:embed="rId22" cstate="print"/>
          <a:stretch>
            <a:fillRect/>
          </a:stretch>
        </p:blipFill>
        <p:spPr>
          <a:xfrm>
            <a:off x="17563566" y="7472303"/>
            <a:ext cx="109781" cy="109780"/>
          </a:xfrm>
          <a:prstGeom prst="rect">
            <a:avLst/>
          </a:prstGeom>
        </p:spPr>
      </p:pic>
      <p:pic>
        <p:nvPicPr>
          <p:cNvPr id="57" name="bg object 57"/>
          <p:cNvPicPr/>
          <p:nvPr/>
        </p:nvPicPr>
        <p:blipFill>
          <a:blip r:embed="rId23" cstate="print"/>
          <a:stretch>
            <a:fillRect/>
          </a:stretch>
        </p:blipFill>
        <p:spPr>
          <a:xfrm>
            <a:off x="1705245" y="376035"/>
            <a:ext cx="2162174" cy="2162174"/>
          </a:xfrm>
          <a:prstGeom prst="rect">
            <a:avLst/>
          </a:prstGeom>
        </p:spPr>
      </p:pic>
      <p:pic>
        <p:nvPicPr>
          <p:cNvPr id="58" name="bg object 58"/>
          <p:cNvPicPr/>
          <p:nvPr/>
        </p:nvPicPr>
        <p:blipFill>
          <a:blip r:embed="rId24" cstate="print"/>
          <a:stretch>
            <a:fillRect/>
          </a:stretch>
        </p:blipFill>
        <p:spPr>
          <a:xfrm>
            <a:off x="13806718" y="24874"/>
            <a:ext cx="2867024" cy="2867024"/>
          </a:xfrm>
          <a:prstGeom prst="rect">
            <a:avLst/>
          </a:prstGeom>
        </p:spPr>
      </p:pic>
      <p:sp>
        <p:nvSpPr>
          <p:cNvPr id="2" name="Holder 2"/>
          <p:cNvSpPr>
            <a:spLocks noGrp="1"/>
          </p:cNvSpPr>
          <p:nvPr>
            <p:ph type="title"/>
          </p:nvPr>
        </p:nvSpPr>
        <p:spPr/>
        <p:txBody>
          <a:bodyPr lIns="0" tIns="0" rIns="0" bIns="0"/>
          <a:lstStyle>
            <a:lvl1pPr>
              <a:defRPr sz="8000" b="1" i="0">
                <a:solidFill>
                  <a:srgbClr val="002A58"/>
                </a:solidFill>
                <a:latin typeface="Tahoma" panose="020B0604030504040204"/>
                <a:cs typeface="Tahoma" panose="020B0604030504040204"/>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000" b="1" i="0">
                <a:solidFill>
                  <a:srgbClr val="002A58"/>
                </a:solidFill>
                <a:latin typeface="Tahoma" panose="020B0604030504040204"/>
                <a:cs typeface="Tahoma" panose="020B0604030504040204"/>
              </a:defRPr>
            </a:lvl1pPr>
          </a:lstStyle>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000" b="1" i="0">
                <a:solidFill>
                  <a:srgbClr val="002A58"/>
                </a:solidFill>
                <a:latin typeface="Tahoma" panose="020B0604030504040204"/>
                <a:cs typeface="Tahoma" panose="020B060403050404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7F2EC"/>
          </a:solidFill>
        </p:spPr>
        <p:txBody>
          <a:bodyPr wrap="square" lIns="0" tIns="0" rIns="0" bIns="0" rtlCol="0"/>
          <a:lstStyle/>
          <a:p/>
        </p:txBody>
      </p:sp>
      <p:sp>
        <p:nvSpPr>
          <p:cNvPr id="2" name="Holder 2"/>
          <p:cNvSpPr>
            <a:spLocks noGrp="1"/>
          </p:cNvSpPr>
          <p:nvPr>
            <p:ph type="title"/>
          </p:nvPr>
        </p:nvSpPr>
        <p:spPr>
          <a:xfrm>
            <a:off x="3054725" y="1679241"/>
            <a:ext cx="11638280" cy="2864643"/>
          </a:xfrm>
          <a:prstGeom prst="rect">
            <a:avLst/>
          </a:prstGeom>
        </p:spPr>
        <p:txBody>
          <a:bodyPr wrap="square" lIns="0" tIns="0" rIns="0" bIns="0">
            <a:spAutoFit/>
          </a:bodyPr>
          <a:lstStyle>
            <a:lvl1pPr>
              <a:defRPr sz="8000" b="1" i="0">
                <a:solidFill>
                  <a:srgbClr val="002A58"/>
                </a:solidFill>
                <a:latin typeface="Tahoma" panose="020B0604030504040204"/>
                <a:cs typeface="Tahoma" panose="020B0604030504040204"/>
              </a:defRPr>
            </a:lvl1pPr>
          </a:lstStyle>
          <a:p/>
        </p:txBody>
      </p:sp>
      <p:sp>
        <p:nvSpPr>
          <p:cNvPr id="3" name="Holder 3"/>
          <p:cNvSpPr>
            <a:spLocks noGrp="1"/>
          </p:cNvSpPr>
          <p:nvPr>
            <p:ph type="body" idx="1"/>
          </p:nvPr>
        </p:nvSpPr>
        <p:spPr>
          <a:xfrm>
            <a:off x="914400" y="2366010"/>
            <a:ext cx="16459200" cy="678942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3.png"/><Relationship Id="rId24" Type="http://schemas.openxmlformats.org/officeDocument/2006/relationships/slideLayout" Target="../slideLayouts/slideLayout4.xml"/><Relationship Id="rId23" Type="http://schemas.openxmlformats.org/officeDocument/2006/relationships/image" Target="../media/image23.png"/><Relationship Id="rId22" Type="http://schemas.openxmlformats.org/officeDocument/2006/relationships/image" Target="../media/image22.png"/><Relationship Id="rId21" Type="http://schemas.openxmlformats.org/officeDocument/2006/relationships/image" Target="../media/image25.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4.png"/><Relationship Id="rId14" Type="http://schemas.openxmlformats.org/officeDocument/2006/relationships/image" Target="../media/image15.png"/><Relationship Id="rId13" Type="http://schemas.openxmlformats.org/officeDocument/2006/relationships/image" Target="../media/image2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4" Type="http://schemas.openxmlformats.org/officeDocument/2006/relationships/slideLayout" Target="../slideLayouts/slideLayout4.xml"/><Relationship Id="rId23" Type="http://schemas.openxmlformats.org/officeDocument/2006/relationships/image" Target="../media/image26.png"/><Relationship Id="rId22" Type="http://schemas.openxmlformats.org/officeDocument/2006/relationships/image" Target="../media/image22.png"/><Relationship Id="rId21" Type="http://schemas.openxmlformats.org/officeDocument/2006/relationships/image" Target="../media/image21.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3.png"/><Relationship Id="rId25" Type="http://schemas.openxmlformats.org/officeDocument/2006/relationships/slideLayout" Target="../slideLayouts/slideLayout1.xml"/><Relationship Id="rId24" Type="http://schemas.openxmlformats.org/officeDocument/2006/relationships/image" Target="../media/image28.png"/><Relationship Id="rId23" Type="http://schemas.openxmlformats.org/officeDocument/2006/relationships/image" Target="../media/image27.png"/><Relationship Id="rId22" Type="http://schemas.openxmlformats.org/officeDocument/2006/relationships/image" Target="../media/image22.png"/><Relationship Id="rId21" Type="http://schemas.openxmlformats.org/officeDocument/2006/relationships/image" Target="../media/image25.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4.png"/><Relationship Id="rId14" Type="http://schemas.openxmlformats.org/officeDocument/2006/relationships/image" Target="../media/image15.png"/><Relationship Id="rId13" Type="http://schemas.openxmlformats.org/officeDocument/2006/relationships/image" Target="../media/image2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4" Type="http://schemas.openxmlformats.org/officeDocument/2006/relationships/slideLayout" Target="../slideLayouts/slideLayout1.xml"/><Relationship Id="rId23" Type="http://schemas.openxmlformats.org/officeDocument/2006/relationships/image" Target="../media/image29.png"/><Relationship Id="rId22" Type="http://schemas.openxmlformats.org/officeDocument/2006/relationships/image" Target="../media/image22.png"/><Relationship Id="rId21" Type="http://schemas.openxmlformats.org/officeDocument/2006/relationships/image" Target="../media/image21.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3.png"/><Relationship Id="rId24" Type="http://schemas.openxmlformats.org/officeDocument/2006/relationships/slideLayout" Target="../slideLayouts/slideLayout4.xml"/><Relationship Id="rId23" Type="http://schemas.openxmlformats.org/officeDocument/2006/relationships/image" Target="../media/image27.png"/><Relationship Id="rId22" Type="http://schemas.openxmlformats.org/officeDocument/2006/relationships/image" Target="../media/image22.png"/><Relationship Id="rId21" Type="http://schemas.openxmlformats.org/officeDocument/2006/relationships/image" Target="../media/image25.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4.png"/><Relationship Id="rId14" Type="http://schemas.openxmlformats.org/officeDocument/2006/relationships/image" Target="../media/image15.png"/><Relationship Id="rId13" Type="http://schemas.openxmlformats.org/officeDocument/2006/relationships/image" Target="../media/image2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4" Type="http://schemas.openxmlformats.org/officeDocument/2006/relationships/slideLayout" Target="../slideLayouts/slideLayout4.xml"/><Relationship Id="rId23" Type="http://schemas.openxmlformats.org/officeDocument/2006/relationships/image" Target="../media/image30.png"/><Relationship Id="rId22" Type="http://schemas.openxmlformats.org/officeDocument/2006/relationships/image" Target="../media/image22.png"/><Relationship Id="rId21" Type="http://schemas.openxmlformats.org/officeDocument/2006/relationships/image" Target="../media/image21.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3.png"/><Relationship Id="rId25" Type="http://schemas.openxmlformats.org/officeDocument/2006/relationships/notesSlide" Target="../notesSlides/notesSlide1.xml"/><Relationship Id="rId24" Type="http://schemas.openxmlformats.org/officeDocument/2006/relationships/slideLayout" Target="../slideLayouts/slideLayout4.xml"/><Relationship Id="rId23" Type="http://schemas.openxmlformats.org/officeDocument/2006/relationships/image" Target="../media/image31.png"/><Relationship Id="rId22" Type="http://schemas.openxmlformats.org/officeDocument/2006/relationships/image" Target="../media/image22.png"/><Relationship Id="rId21" Type="http://schemas.openxmlformats.org/officeDocument/2006/relationships/image" Target="../media/image25.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4.png"/><Relationship Id="rId14" Type="http://schemas.openxmlformats.org/officeDocument/2006/relationships/image" Target="../media/image15.png"/><Relationship Id="rId13" Type="http://schemas.openxmlformats.org/officeDocument/2006/relationships/image" Target="../media/image2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4" Type="http://schemas.openxmlformats.org/officeDocument/2006/relationships/slideLayout" Target="../slideLayouts/slideLayout4.xml"/><Relationship Id="rId23" Type="http://schemas.openxmlformats.org/officeDocument/2006/relationships/image" Target="../media/image32.png"/><Relationship Id="rId22" Type="http://schemas.openxmlformats.org/officeDocument/2006/relationships/image" Target="../media/image22.png"/><Relationship Id="rId21" Type="http://schemas.openxmlformats.org/officeDocument/2006/relationships/image" Target="../media/image21.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3.png"/><Relationship Id="rId24" Type="http://schemas.openxmlformats.org/officeDocument/2006/relationships/slideLayout" Target="../slideLayouts/slideLayout4.xml"/><Relationship Id="rId23" Type="http://schemas.openxmlformats.org/officeDocument/2006/relationships/image" Target="../media/image27.png"/><Relationship Id="rId22" Type="http://schemas.openxmlformats.org/officeDocument/2006/relationships/image" Target="../media/image22.png"/><Relationship Id="rId21" Type="http://schemas.openxmlformats.org/officeDocument/2006/relationships/image" Target="../media/image25.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4.png"/><Relationship Id="rId14" Type="http://schemas.openxmlformats.org/officeDocument/2006/relationships/image" Target="../media/image15.png"/><Relationship Id="rId13" Type="http://schemas.openxmlformats.org/officeDocument/2006/relationships/image" Target="../media/image2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3.png"/><Relationship Id="rId25" Type="http://schemas.openxmlformats.org/officeDocument/2006/relationships/slideLayout" Target="../slideLayouts/slideLayout4.xml"/><Relationship Id="rId24" Type="http://schemas.openxmlformats.org/officeDocument/2006/relationships/image" Target="../media/image33.png"/><Relationship Id="rId23" Type="http://schemas.openxmlformats.org/officeDocument/2006/relationships/image" Target="../media/image23.png"/><Relationship Id="rId22" Type="http://schemas.openxmlformats.org/officeDocument/2006/relationships/image" Target="../media/image22.png"/><Relationship Id="rId21" Type="http://schemas.openxmlformats.org/officeDocument/2006/relationships/image" Target="../media/image25.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4.png"/><Relationship Id="rId14" Type="http://schemas.openxmlformats.org/officeDocument/2006/relationships/image" Target="../media/image15.png"/><Relationship Id="rId13" Type="http://schemas.openxmlformats.org/officeDocument/2006/relationships/image" Target="../media/image2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3.png"/><Relationship Id="rId25" Type="http://schemas.openxmlformats.org/officeDocument/2006/relationships/slideLayout" Target="../slideLayouts/slideLayout4.xml"/><Relationship Id="rId24" Type="http://schemas.openxmlformats.org/officeDocument/2006/relationships/image" Target="../media/image34.png"/><Relationship Id="rId23" Type="http://schemas.openxmlformats.org/officeDocument/2006/relationships/image" Target="../media/image23.png"/><Relationship Id="rId22" Type="http://schemas.openxmlformats.org/officeDocument/2006/relationships/image" Target="../media/image22.png"/><Relationship Id="rId21" Type="http://schemas.openxmlformats.org/officeDocument/2006/relationships/image" Target="../media/image25.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4.png"/><Relationship Id="rId14" Type="http://schemas.openxmlformats.org/officeDocument/2006/relationships/image" Target="../media/image15.png"/><Relationship Id="rId13" Type="http://schemas.openxmlformats.org/officeDocument/2006/relationships/image" Target="../media/image2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3.png"/><Relationship Id="rId25" Type="http://schemas.openxmlformats.org/officeDocument/2006/relationships/slideLayout" Target="../slideLayouts/slideLayout4.xml"/><Relationship Id="rId24" Type="http://schemas.openxmlformats.org/officeDocument/2006/relationships/image" Target="../media/image35.png"/><Relationship Id="rId23" Type="http://schemas.openxmlformats.org/officeDocument/2006/relationships/image" Target="../media/image23.png"/><Relationship Id="rId22" Type="http://schemas.openxmlformats.org/officeDocument/2006/relationships/image" Target="../media/image22.png"/><Relationship Id="rId21" Type="http://schemas.openxmlformats.org/officeDocument/2006/relationships/image" Target="../media/image25.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4.png"/><Relationship Id="rId14" Type="http://schemas.openxmlformats.org/officeDocument/2006/relationships/image" Target="../media/image15.png"/><Relationship Id="rId13" Type="http://schemas.openxmlformats.org/officeDocument/2006/relationships/image" Target="../media/image2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3.png"/><Relationship Id="rId24" Type="http://schemas.openxmlformats.org/officeDocument/2006/relationships/slideLayout" Target="../slideLayouts/slideLayout4.xml"/><Relationship Id="rId23" Type="http://schemas.openxmlformats.org/officeDocument/2006/relationships/image" Target="../media/image30.png"/><Relationship Id="rId22" Type="http://schemas.openxmlformats.org/officeDocument/2006/relationships/image" Target="../media/image22.png"/><Relationship Id="rId21" Type="http://schemas.openxmlformats.org/officeDocument/2006/relationships/image" Target="../media/image25.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4.png"/><Relationship Id="rId14" Type="http://schemas.openxmlformats.org/officeDocument/2006/relationships/image" Target="../media/image15.png"/><Relationship Id="rId13" Type="http://schemas.openxmlformats.org/officeDocument/2006/relationships/image" Target="../media/image2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3.png"/><Relationship Id="rId24" Type="http://schemas.openxmlformats.org/officeDocument/2006/relationships/slideLayout" Target="../slideLayouts/slideLayout4.xml"/><Relationship Id="rId23" Type="http://schemas.openxmlformats.org/officeDocument/2006/relationships/image" Target="../media/image37.png"/><Relationship Id="rId22" Type="http://schemas.openxmlformats.org/officeDocument/2006/relationships/image" Target="../media/image36.png"/><Relationship Id="rId21" Type="http://schemas.openxmlformats.org/officeDocument/2006/relationships/image" Target="../media/image25.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4.png"/><Relationship Id="rId14" Type="http://schemas.openxmlformats.org/officeDocument/2006/relationships/image" Target="../media/image15.png"/><Relationship Id="rId13" Type="http://schemas.openxmlformats.org/officeDocument/2006/relationships/image" Target="../media/image2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3.png"/><Relationship Id="rId24" Type="http://schemas.openxmlformats.org/officeDocument/2006/relationships/slideLayout" Target="../slideLayouts/slideLayout4.xml"/><Relationship Id="rId23" Type="http://schemas.openxmlformats.org/officeDocument/2006/relationships/image" Target="../media/image37.png"/><Relationship Id="rId22" Type="http://schemas.openxmlformats.org/officeDocument/2006/relationships/image" Target="../media/image22.png"/><Relationship Id="rId21" Type="http://schemas.openxmlformats.org/officeDocument/2006/relationships/image" Target="../media/image25.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4.png"/><Relationship Id="rId14" Type="http://schemas.openxmlformats.org/officeDocument/2006/relationships/image" Target="../media/image15.png"/><Relationship Id="rId13" Type="http://schemas.openxmlformats.org/officeDocument/2006/relationships/image" Target="../media/image2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876300"/>
            <a:ext cx="11638280" cy="4871365"/>
          </a:xfrm>
          <a:prstGeom prst="rect">
            <a:avLst/>
          </a:prstGeom>
        </p:spPr>
        <p:txBody>
          <a:bodyPr vert="horz" wrap="square" lIns="0" tIns="1166653" rIns="0" bIns="0" rtlCol="0">
            <a:spAutoFit/>
          </a:bodyPr>
          <a:lstStyle/>
          <a:p>
            <a:pPr marL="121920" algn="ctr">
              <a:lnSpc>
                <a:spcPct val="100000"/>
              </a:lnSpc>
              <a:spcBef>
                <a:spcPts val="135"/>
              </a:spcBef>
            </a:pPr>
            <a:r>
              <a:rPr lang="en-US" dirty="0"/>
              <a:t>customer age </a:t>
            </a:r>
            <a:br>
              <a:rPr lang="en-US" dirty="0"/>
            </a:br>
            <a:r>
              <a:rPr lang="en-US" dirty="0"/>
              <a:t>vs </a:t>
            </a:r>
            <a:br>
              <a:rPr lang="en-US" dirty="0"/>
            </a:br>
            <a:r>
              <a:rPr lang="en-US" dirty="0"/>
              <a:t>buying analysis</a:t>
            </a:r>
            <a:endParaRPr dirty="0"/>
          </a:p>
        </p:txBody>
      </p:sp>
      <p:sp>
        <p:nvSpPr>
          <p:cNvPr id="3" name="object 3"/>
          <p:cNvSpPr txBox="1"/>
          <p:nvPr/>
        </p:nvSpPr>
        <p:spPr>
          <a:xfrm>
            <a:off x="1828800" y="6591300"/>
            <a:ext cx="7924800" cy="2167260"/>
          </a:xfrm>
          <a:prstGeom prst="rect">
            <a:avLst/>
          </a:prstGeom>
        </p:spPr>
        <p:txBody>
          <a:bodyPr vert="horz" wrap="square" lIns="0" tIns="88900" rIns="0" bIns="0" rtlCol="0">
            <a:spAutoFit/>
          </a:bodyPr>
          <a:lstStyle/>
          <a:p>
            <a:pPr marL="60960" algn="l">
              <a:lnSpc>
                <a:spcPct val="100000"/>
              </a:lnSpc>
              <a:spcBef>
                <a:spcPts val="700"/>
              </a:spcBef>
            </a:pPr>
            <a:r>
              <a:rPr sz="3000" b="1" dirty="0">
                <a:solidFill>
                  <a:srgbClr val="002A58"/>
                </a:solidFill>
                <a:latin typeface="Tahoma" panose="020B0604030504040204"/>
                <a:cs typeface="Tahoma" panose="020B0604030504040204"/>
              </a:rPr>
              <a:t>TEAM</a:t>
            </a:r>
            <a:r>
              <a:rPr sz="3000" b="1" spc="65" dirty="0">
                <a:solidFill>
                  <a:srgbClr val="002A58"/>
                </a:solidFill>
                <a:latin typeface="Tahoma" panose="020B0604030504040204"/>
                <a:cs typeface="Tahoma" panose="020B0604030504040204"/>
              </a:rPr>
              <a:t> </a:t>
            </a:r>
            <a:r>
              <a:rPr sz="3000" b="1" spc="-10" dirty="0">
                <a:solidFill>
                  <a:srgbClr val="002A58"/>
                </a:solidFill>
                <a:latin typeface="Tahoma" panose="020B0604030504040204"/>
                <a:cs typeface="Tahoma" panose="020B0604030504040204"/>
              </a:rPr>
              <a:t>MEMBERS</a:t>
            </a:r>
            <a:endParaRPr sz="3000" dirty="0">
              <a:latin typeface="Tahoma" panose="020B0604030504040204"/>
              <a:cs typeface="Tahoma" panose="020B0604030504040204"/>
            </a:endParaRPr>
          </a:p>
          <a:p>
            <a:pPr marL="361950" indent="-355600" algn="l">
              <a:lnSpc>
                <a:spcPct val="100000"/>
              </a:lnSpc>
              <a:spcBef>
                <a:spcPts val="600"/>
              </a:spcBef>
              <a:buSzPct val="82000"/>
              <a:buAutoNum type="arabicPeriod"/>
              <a:tabLst>
                <a:tab pos="361950" algn="l"/>
              </a:tabLst>
            </a:pPr>
            <a:r>
              <a:rPr lang="en-US" sz="3000" b="1" spc="-20" dirty="0">
                <a:solidFill>
                  <a:srgbClr val="002A58"/>
                </a:solidFill>
                <a:latin typeface="Tahoma" panose="020B0604030504040204"/>
                <a:cs typeface="Tahoma" panose="020B0604030504040204"/>
              </a:rPr>
              <a:t>NIRANJANA</a:t>
            </a:r>
            <a:r>
              <a:rPr sz="3000" b="1" spc="-20" dirty="0">
                <a:solidFill>
                  <a:srgbClr val="002A58"/>
                </a:solidFill>
                <a:latin typeface="Tahoma" panose="020B0604030504040204"/>
                <a:cs typeface="Tahoma" panose="020B0604030504040204"/>
              </a:rPr>
              <a:t>/</a:t>
            </a:r>
            <a:r>
              <a:rPr lang="en-US" sz="3000" b="1" spc="-20" dirty="0">
                <a:solidFill>
                  <a:srgbClr val="002A58"/>
                </a:solidFill>
                <a:latin typeface="Tahoma" panose="020B0604030504040204"/>
                <a:cs typeface="Tahoma" panose="020B0604030504040204"/>
              </a:rPr>
              <a:t>AI&amp;DS</a:t>
            </a:r>
            <a:r>
              <a:rPr sz="3000" b="1" spc="-20" dirty="0">
                <a:solidFill>
                  <a:srgbClr val="002A58"/>
                </a:solidFill>
                <a:latin typeface="Tahoma" panose="020B0604030504040204"/>
                <a:cs typeface="Tahoma" panose="020B0604030504040204"/>
              </a:rPr>
              <a:t>/</a:t>
            </a:r>
            <a:r>
              <a:rPr lang="en-US" sz="3000" b="1" spc="-20" dirty="0">
                <a:solidFill>
                  <a:srgbClr val="002A58"/>
                </a:solidFill>
                <a:latin typeface="Tahoma" panose="020B0604030504040204"/>
                <a:cs typeface="Tahoma" panose="020B0604030504040204"/>
              </a:rPr>
              <a:t>|</a:t>
            </a:r>
            <a:endParaRPr sz="3000" dirty="0">
              <a:latin typeface="Tahoma" panose="020B0604030504040204"/>
              <a:cs typeface="Tahoma" panose="020B0604030504040204"/>
            </a:endParaRPr>
          </a:p>
          <a:p>
            <a:pPr marL="363855" indent="-355600" algn="l">
              <a:lnSpc>
                <a:spcPct val="100000"/>
              </a:lnSpc>
              <a:spcBef>
                <a:spcPts val="600"/>
              </a:spcBef>
              <a:buSzPct val="82000"/>
              <a:buAutoNum type="arabicPeriod"/>
              <a:tabLst>
                <a:tab pos="363855" algn="l"/>
              </a:tabLst>
            </a:pPr>
            <a:r>
              <a:rPr lang="en-US" sz="3000" b="1" spc="-25" dirty="0">
                <a:solidFill>
                  <a:srgbClr val="002A58"/>
                </a:solidFill>
                <a:latin typeface="Tahoma" panose="020B0604030504040204"/>
                <a:cs typeface="Tahoma" panose="020B0604030504040204"/>
              </a:rPr>
              <a:t>PADHMA BALA K</a:t>
            </a:r>
            <a:r>
              <a:rPr sz="3000" b="1" spc="-25" dirty="0">
                <a:solidFill>
                  <a:srgbClr val="002A58"/>
                </a:solidFill>
                <a:latin typeface="Tahoma" panose="020B0604030504040204"/>
                <a:cs typeface="Tahoma" panose="020B0604030504040204"/>
              </a:rPr>
              <a:t>/</a:t>
            </a:r>
            <a:r>
              <a:rPr lang="en-US" sz="3000" b="1" spc="-20" dirty="0">
                <a:solidFill>
                  <a:srgbClr val="002A58"/>
                </a:solidFill>
                <a:latin typeface="Tahoma" panose="020B0604030504040204"/>
                <a:cs typeface="Tahoma" panose="020B0604030504040204"/>
              </a:rPr>
              <a:t> AI&amp;DS </a:t>
            </a:r>
            <a:r>
              <a:rPr sz="3000" b="1" spc="-25" dirty="0">
                <a:solidFill>
                  <a:srgbClr val="002A58"/>
                </a:solidFill>
                <a:latin typeface="Tahoma" panose="020B0604030504040204"/>
                <a:cs typeface="Tahoma" panose="020B0604030504040204"/>
              </a:rPr>
              <a:t>/</a:t>
            </a:r>
            <a:r>
              <a:rPr lang="en-US" sz="3000" b="1" spc="-25" dirty="0">
                <a:solidFill>
                  <a:srgbClr val="002A58"/>
                </a:solidFill>
                <a:latin typeface="Tahoma" panose="020B0604030504040204"/>
                <a:cs typeface="Tahoma" panose="020B0604030504040204"/>
              </a:rPr>
              <a:t>|</a:t>
            </a:r>
            <a:endParaRPr sz="3000" dirty="0">
              <a:latin typeface="Tahoma" panose="020B0604030504040204"/>
              <a:cs typeface="Tahoma" panose="020B0604030504040204"/>
            </a:endParaRPr>
          </a:p>
          <a:p>
            <a:pPr marL="310515" marR="46990" indent="-310515" algn="l">
              <a:lnSpc>
                <a:spcPct val="100000"/>
              </a:lnSpc>
              <a:spcBef>
                <a:spcPts val="600"/>
              </a:spcBef>
              <a:buSzPct val="82000"/>
              <a:buAutoNum type="arabicPeriod"/>
              <a:tabLst>
                <a:tab pos="310515" algn="l"/>
              </a:tabLst>
            </a:pPr>
            <a:r>
              <a:rPr lang="en-US" sz="3000" b="1" spc="-25" dirty="0">
                <a:solidFill>
                  <a:srgbClr val="002A58"/>
                </a:solidFill>
                <a:latin typeface="Tahoma" panose="020B0604030504040204"/>
                <a:cs typeface="Tahoma" panose="020B0604030504040204"/>
              </a:rPr>
              <a:t>RAKSHANA MANIKANDAN</a:t>
            </a:r>
            <a:r>
              <a:rPr sz="3000" b="1" spc="-25" dirty="0">
                <a:solidFill>
                  <a:srgbClr val="002A58"/>
                </a:solidFill>
                <a:latin typeface="Tahoma" panose="020B0604030504040204"/>
                <a:cs typeface="Tahoma" panose="020B0604030504040204"/>
              </a:rPr>
              <a:t>/</a:t>
            </a:r>
            <a:r>
              <a:rPr lang="en-US" sz="3000" b="1" spc="-20" dirty="0">
                <a:solidFill>
                  <a:srgbClr val="002A58"/>
                </a:solidFill>
                <a:latin typeface="Tahoma" panose="020B0604030504040204"/>
                <a:cs typeface="Tahoma" panose="020B0604030504040204"/>
              </a:rPr>
              <a:t> AI&amp;DS </a:t>
            </a:r>
            <a:r>
              <a:rPr sz="3000" b="1" spc="-25" dirty="0">
                <a:solidFill>
                  <a:srgbClr val="002A58"/>
                </a:solidFill>
                <a:latin typeface="Tahoma" panose="020B0604030504040204"/>
                <a:cs typeface="Tahoma" panose="020B0604030504040204"/>
              </a:rPr>
              <a:t>/YR</a:t>
            </a:r>
            <a:endParaRPr sz="3000" dirty="0">
              <a:latin typeface="Tahoma" panose="020B0604030504040204"/>
              <a:cs typeface="Tahom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2864485" cy="2864485"/>
            <a:chOff x="0" y="0"/>
            <a:chExt cx="2864485" cy="2864485"/>
          </a:xfrm>
        </p:grpSpPr>
        <p:sp>
          <p:nvSpPr>
            <p:cNvPr id="3" name="object 3"/>
            <p:cNvSpPr/>
            <p:nvPr/>
          </p:nvSpPr>
          <p:spPr>
            <a:xfrm>
              <a:off x="0" y="0"/>
              <a:ext cx="2864485" cy="2864485"/>
            </a:xfrm>
            <a:custGeom>
              <a:avLst/>
              <a:gdLst/>
              <a:ahLst/>
              <a:cxnLst/>
              <a:rect l="l" t="t" r="r" b="b"/>
              <a:pathLst>
                <a:path w="2864485" h="2864485">
                  <a:moveTo>
                    <a:pt x="2864068" y="0"/>
                  </a:moveTo>
                  <a:lnTo>
                    <a:pt x="0" y="0"/>
                  </a:lnTo>
                  <a:lnTo>
                    <a:pt x="0" y="2864067"/>
                  </a:lnTo>
                  <a:lnTo>
                    <a:pt x="2864068" y="0"/>
                  </a:lnTo>
                  <a:close/>
                </a:path>
              </a:pathLst>
            </a:custGeom>
            <a:solidFill>
              <a:srgbClr val="FFC62F"/>
            </a:solidFill>
          </p:spPr>
          <p:txBody>
            <a:bodyPr wrap="square" lIns="0" tIns="0" rIns="0" bIns="0" rtlCol="0"/>
            <a:lstStyle/>
            <a:p/>
          </p:txBody>
        </p:sp>
        <p:sp>
          <p:nvSpPr>
            <p:cNvPr id="4" name="object 4"/>
            <p:cNvSpPr/>
            <p:nvPr/>
          </p:nvSpPr>
          <p:spPr>
            <a:xfrm>
              <a:off x="0" y="0"/>
              <a:ext cx="1584325" cy="1584325"/>
            </a:xfrm>
            <a:custGeom>
              <a:avLst/>
              <a:gdLst/>
              <a:ahLst/>
              <a:cxnLst/>
              <a:rect l="l" t="t" r="r" b="b"/>
              <a:pathLst>
                <a:path w="1584325" h="1584325">
                  <a:moveTo>
                    <a:pt x="1583717" y="0"/>
                  </a:moveTo>
                  <a:lnTo>
                    <a:pt x="0" y="0"/>
                  </a:lnTo>
                  <a:lnTo>
                    <a:pt x="0" y="1583717"/>
                  </a:lnTo>
                  <a:lnTo>
                    <a:pt x="1583717" y="0"/>
                  </a:lnTo>
                  <a:close/>
                </a:path>
              </a:pathLst>
            </a:custGeom>
            <a:solidFill>
              <a:srgbClr val="002972"/>
            </a:solidFill>
          </p:spPr>
          <p:txBody>
            <a:bodyPr wrap="square" lIns="0" tIns="0" rIns="0" bIns="0" rtlCol="0"/>
            <a:lstStyle/>
            <a:p/>
          </p:txBody>
        </p:sp>
      </p:grpSp>
      <p:grpSp>
        <p:nvGrpSpPr>
          <p:cNvPr id="5" name="object 5"/>
          <p:cNvGrpSpPr/>
          <p:nvPr/>
        </p:nvGrpSpPr>
        <p:grpSpPr>
          <a:xfrm>
            <a:off x="15347103" y="7346101"/>
            <a:ext cx="2941320" cy="2941320"/>
            <a:chOff x="15347103" y="7346101"/>
            <a:chExt cx="2941320" cy="2941320"/>
          </a:xfrm>
        </p:grpSpPr>
        <p:sp>
          <p:nvSpPr>
            <p:cNvPr id="6" name="object 6"/>
            <p:cNvSpPr/>
            <p:nvPr/>
          </p:nvSpPr>
          <p:spPr>
            <a:xfrm>
              <a:off x="15347103" y="7346101"/>
              <a:ext cx="2941320" cy="2941320"/>
            </a:xfrm>
            <a:custGeom>
              <a:avLst/>
              <a:gdLst/>
              <a:ahLst/>
              <a:cxnLst/>
              <a:rect l="l" t="t" r="r" b="b"/>
              <a:pathLst>
                <a:path w="2941319" h="2941320">
                  <a:moveTo>
                    <a:pt x="0" y="2940897"/>
                  </a:moveTo>
                  <a:lnTo>
                    <a:pt x="2940897" y="2940897"/>
                  </a:lnTo>
                  <a:lnTo>
                    <a:pt x="2940897" y="0"/>
                  </a:lnTo>
                  <a:lnTo>
                    <a:pt x="0" y="2940897"/>
                  </a:lnTo>
                  <a:close/>
                </a:path>
              </a:pathLst>
            </a:custGeom>
            <a:solidFill>
              <a:srgbClr val="FFC62F"/>
            </a:solidFill>
          </p:spPr>
          <p:txBody>
            <a:bodyPr wrap="square" lIns="0" tIns="0" rIns="0" bIns="0" rtlCol="0"/>
            <a:lstStyle/>
            <a:p/>
          </p:txBody>
        </p:sp>
        <p:sp>
          <p:nvSpPr>
            <p:cNvPr id="7" name="object 7"/>
            <p:cNvSpPr/>
            <p:nvPr/>
          </p:nvSpPr>
          <p:spPr>
            <a:xfrm>
              <a:off x="16627454" y="8626452"/>
              <a:ext cx="1661160" cy="1661160"/>
            </a:xfrm>
            <a:custGeom>
              <a:avLst/>
              <a:gdLst/>
              <a:ahLst/>
              <a:cxnLst/>
              <a:rect l="l" t="t" r="r" b="b"/>
              <a:pathLst>
                <a:path w="1661159" h="1661159">
                  <a:moveTo>
                    <a:pt x="0" y="1660546"/>
                  </a:moveTo>
                  <a:lnTo>
                    <a:pt x="1660547" y="1660546"/>
                  </a:lnTo>
                  <a:lnTo>
                    <a:pt x="1660547" y="0"/>
                  </a:lnTo>
                  <a:lnTo>
                    <a:pt x="0" y="1660546"/>
                  </a:lnTo>
                  <a:close/>
                </a:path>
              </a:pathLst>
            </a:custGeom>
            <a:solidFill>
              <a:srgbClr val="002972"/>
            </a:solidFill>
          </p:spPr>
          <p:txBody>
            <a:bodyPr wrap="square" lIns="0" tIns="0" rIns="0" bIns="0" rtlCol="0"/>
            <a:lstStyle/>
            <a:p/>
          </p:txBody>
        </p:sp>
      </p:grpSp>
      <p:pic>
        <p:nvPicPr>
          <p:cNvPr id="8" name="object 8"/>
          <p:cNvPicPr/>
          <p:nvPr/>
        </p:nvPicPr>
        <p:blipFill>
          <a:blip r:embed="rId1" cstate="print"/>
          <a:stretch>
            <a:fillRect/>
          </a:stretch>
        </p:blipFill>
        <p:spPr>
          <a:xfrm>
            <a:off x="610204" y="9567953"/>
            <a:ext cx="109780" cy="109780"/>
          </a:xfrm>
          <a:prstGeom prst="rect">
            <a:avLst/>
          </a:prstGeom>
        </p:spPr>
      </p:pic>
      <p:pic>
        <p:nvPicPr>
          <p:cNvPr id="9" name="object 9"/>
          <p:cNvPicPr/>
          <p:nvPr/>
        </p:nvPicPr>
        <p:blipFill>
          <a:blip r:embed="rId2" cstate="print"/>
          <a:stretch>
            <a:fillRect/>
          </a:stretch>
        </p:blipFill>
        <p:spPr>
          <a:xfrm>
            <a:off x="610204" y="9148825"/>
            <a:ext cx="109780" cy="109780"/>
          </a:xfrm>
          <a:prstGeom prst="rect">
            <a:avLst/>
          </a:prstGeom>
        </p:spPr>
      </p:pic>
      <p:pic>
        <p:nvPicPr>
          <p:cNvPr id="10" name="object 10"/>
          <p:cNvPicPr/>
          <p:nvPr/>
        </p:nvPicPr>
        <p:blipFill>
          <a:blip r:embed="rId3" cstate="print"/>
          <a:stretch>
            <a:fillRect/>
          </a:stretch>
        </p:blipFill>
        <p:spPr>
          <a:xfrm>
            <a:off x="610205" y="8729673"/>
            <a:ext cx="109779" cy="109780"/>
          </a:xfrm>
          <a:prstGeom prst="rect">
            <a:avLst/>
          </a:prstGeom>
        </p:spPr>
      </p:pic>
      <p:pic>
        <p:nvPicPr>
          <p:cNvPr id="11" name="object 11"/>
          <p:cNvPicPr/>
          <p:nvPr/>
        </p:nvPicPr>
        <p:blipFill>
          <a:blip r:embed="rId3" cstate="print"/>
          <a:stretch>
            <a:fillRect/>
          </a:stretch>
        </p:blipFill>
        <p:spPr>
          <a:xfrm>
            <a:off x="610205" y="8310558"/>
            <a:ext cx="109779" cy="109780"/>
          </a:xfrm>
          <a:prstGeom prst="rect">
            <a:avLst/>
          </a:prstGeom>
        </p:spPr>
      </p:pic>
      <p:pic>
        <p:nvPicPr>
          <p:cNvPr id="12" name="object 12"/>
          <p:cNvPicPr/>
          <p:nvPr/>
        </p:nvPicPr>
        <p:blipFill>
          <a:blip r:embed="rId3" cstate="print"/>
          <a:stretch>
            <a:fillRect/>
          </a:stretch>
        </p:blipFill>
        <p:spPr>
          <a:xfrm>
            <a:off x="610205" y="7891430"/>
            <a:ext cx="109779" cy="109780"/>
          </a:xfrm>
          <a:prstGeom prst="rect">
            <a:avLst/>
          </a:prstGeom>
        </p:spPr>
      </p:pic>
      <p:pic>
        <p:nvPicPr>
          <p:cNvPr id="13" name="object 13"/>
          <p:cNvPicPr/>
          <p:nvPr/>
        </p:nvPicPr>
        <p:blipFill>
          <a:blip r:embed="rId4" cstate="print"/>
          <a:stretch>
            <a:fillRect/>
          </a:stretch>
        </p:blipFill>
        <p:spPr>
          <a:xfrm>
            <a:off x="610203" y="7472302"/>
            <a:ext cx="109780" cy="109780"/>
          </a:xfrm>
          <a:prstGeom prst="rect">
            <a:avLst/>
          </a:prstGeom>
        </p:spPr>
      </p:pic>
      <p:pic>
        <p:nvPicPr>
          <p:cNvPr id="14" name="object 14"/>
          <p:cNvPicPr/>
          <p:nvPr/>
        </p:nvPicPr>
        <p:blipFill>
          <a:blip r:embed="rId5" cstate="print"/>
          <a:stretch>
            <a:fillRect/>
          </a:stretch>
        </p:blipFill>
        <p:spPr>
          <a:xfrm>
            <a:off x="971592" y="9567953"/>
            <a:ext cx="109780" cy="109780"/>
          </a:xfrm>
          <a:prstGeom prst="rect">
            <a:avLst/>
          </a:prstGeom>
        </p:spPr>
      </p:pic>
      <p:pic>
        <p:nvPicPr>
          <p:cNvPr id="15" name="object 15"/>
          <p:cNvPicPr/>
          <p:nvPr/>
        </p:nvPicPr>
        <p:blipFill>
          <a:blip r:embed="rId6" cstate="print"/>
          <a:stretch>
            <a:fillRect/>
          </a:stretch>
        </p:blipFill>
        <p:spPr>
          <a:xfrm>
            <a:off x="971641" y="9148822"/>
            <a:ext cx="109782" cy="109783"/>
          </a:xfrm>
          <a:prstGeom prst="rect">
            <a:avLst/>
          </a:prstGeom>
        </p:spPr>
      </p:pic>
      <p:pic>
        <p:nvPicPr>
          <p:cNvPr id="16" name="object 16"/>
          <p:cNvPicPr/>
          <p:nvPr/>
        </p:nvPicPr>
        <p:blipFill>
          <a:blip r:embed="rId7" cstate="print"/>
          <a:stretch>
            <a:fillRect/>
          </a:stretch>
        </p:blipFill>
        <p:spPr>
          <a:xfrm>
            <a:off x="971592" y="8729673"/>
            <a:ext cx="109780" cy="109780"/>
          </a:xfrm>
          <a:prstGeom prst="rect">
            <a:avLst/>
          </a:prstGeom>
        </p:spPr>
      </p:pic>
      <p:pic>
        <p:nvPicPr>
          <p:cNvPr id="17" name="object 17"/>
          <p:cNvPicPr/>
          <p:nvPr/>
        </p:nvPicPr>
        <p:blipFill>
          <a:blip r:embed="rId7" cstate="print"/>
          <a:stretch>
            <a:fillRect/>
          </a:stretch>
        </p:blipFill>
        <p:spPr>
          <a:xfrm>
            <a:off x="971592" y="8310558"/>
            <a:ext cx="109780" cy="109780"/>
          </a:xfrm>
          <a:prstGeom prst="rect">
            <a:avLst/>
          </a:prstGeom>
        </p:spPr>
      </p:pic>
      <p:pic>
        <p:nvPicPr>
          <p:cNvPr id="18" name="object 18"/>
          <p:cNvPicPr/>
          <p:nvPr/>
        </p:nvPicPr>
        <p:blipFill>
          <a:blip r:embed="rId8" cstate="print"/>
          <a:stretch>
            <a:fillRect/>
          </a:stretch>
        </p:blipFill>
        <p:spPr>
          <a:xfrm>
            <a:off x="971641" y="7891427"/>
            <a:ext cx="109782" cy="109784"/>
          </a:xfrm>
          <a:prstGeom prst="rect">
            <a:avLst/>
          </a:prstGeom>
        </p:spPr>
      </p:pic>
      <p:pic>
        <p:nvPicPr>
          <p:cNvPr id="19" name="object 19"/>
          <p:cNvPicPr/>
          <p:nvPr/>
        </p:nvPicPr>
        <p:blipFill>
          <a:blip r:embed="rId9" cstate="print"/>
          <a:stretch>
            <a:fillRect/>
          </a:stretch>
        </p:blipFill>
        <p:spPr>
          <a:xfrm>
            <a:off x="971640" y="7472299"/>
            <a:ext cx="109782" cy="109783"/>
          </a:xfrm>
          <a:prstGeom prst="rect">
            <a:avLst/>
          </a:prstGeom>
        </p:spPr>
      </p:pic>
      <p:pic>
        <p:nvPicPr>
          <p:cNvPr id="20" name="object 20"/>
          <p:cNvPicPr/>
          <p:nvPr/>
        </p:nvPicPr>
        <p:blipFill>
          <a:blip r:embed="rId10" cstate="print"/>
          <a:stretch>
            <a:fillRect/>
          </a:stretch>
        </p:blipFill>
        <p:spPr>
          <a:xfrm>
            <a:off x="1332967" y="9567953"/>
            <a:ext cx="109780" cy="109779"/>
          </a:xfrm>
          <a:prstGeom prst="rect">
            <a:avLst/>
          </a:prstGeom>
        </p:spPr>
      </p:pic>
      <p:pic>
        <p:nvPicPr>
          <p:cNvPr id="21" name="object 21"/>
          <p:cNvPicPr/>
          <p:nvPr/>
        </p:nvPicPr>
        <p:blipFill>
          <a:blip r:embed="rId11" cstate="print"/>
          <a:stretch>
            <a:fillRect/>
          </a:stretch>
        </p:blipFill>
        <p:spPr>
          <a:xfrm>
            <a:off x="1332967" y="9148825"/>
            <a:ext cx="109780" cy="109780"/>
          </a:xfrm>
          <a:prstGeom prst="rect">
            <a:avLst/>
          </a:prstGeom>
        </p:spPr>
      </p:pic>
      <p:pic>
        <p:nvPicPr>
          <p:cNvPr id="22" name="object 22"/>
          <p:cNvPicPr/>
          <p:nvPr/>
        </p:nvPicPr>
        <p:blipFill>
          <a:blip r:embed="rId12" cstate="print"/>
          <a:stretch>
            <a:fillRect/>
          </a:stretch>
        </p:blipFill>
        <p:spPr>
          <a:xfrm>
            <a:off x="1332968" y="8729674"/>
            <a:ext cx="109779" cy="109778"/>
          </a:xfrm>
          <a:prstGeom prst="rect">
            <a:avLst/>
          </a:prstGeom>
        </p:spPr>
      </p:pic>
      <p:pic>
        <p:nvPicPr>
          <p:cNvPr id="23" name="object 23"/>
          <p:cNvPicPr/>
          <p:nvPr/>
        </p:nvPicPr>
        <p:blipFill>
          <a:blip r:embed="rId12" cstate="print"/>
          <a:stretch>
            <a:fillRect/>
          </a:stretch>
        </p:blipFill>
        <p:spPr>
          <a:xfrm>
            <a:off x="1332968" y="8310558"/>
            <a:ext cx="109779" cy="109779"/>
          </a:xfrm>
          <a:prstGeom prst="rect">
            <a:avLst/>
          </a:prstGeom>
        </p:spPr>
      </p:pic>
      <p:pic>
        <p:nvPicPr>
          <p:cNvPr id="24" name="object 24"/>
          <p:cNvPicPr/>
          <p:nvPr/>
        </p:nvPicPr>
        <p:blipFill>
          <a:blip r:embed="rId12" cstate="print"/>
          <a:stretch>
            <a:fillRect/>
          </a:stretch>
        </p:blipFill>
        <p:spPr>
          <a:xfrm>
            <a:off x="1332968" y="7891431"/>
            <a:ext cx="109779" cy="109779"/>
          </a:xfrm>
          <a:prstGeom prst="rect">
            <a:avLst/>
          </a:prstGeom>
        </p:spPr>
      </p:pic>
      <p:pic>
        <p:nvPicPr>
          <p:cNvPr id="25" name="object 25"/>
          <p:cNvPicPr/>
          <p:nvPr/>
        </p:nvPicPr>
        <p:blipFill>
          <a:blip r:embed="rId13" cstate="print"/>
          <a:stretch>
            <a:fillRect/>
          </a:stretch>
        </p:blipFill>
        <p:spPr>
          <a:xfrm>
            <a:off x="1332967" y="7472303"/>
            <a:ext cx="109781" cy="109780"/>
          </a:xfrm>
          <a:prstGeom prst="rect">
            <a:avLst/>
          </a:prstGeom>
        </p:spPr>
      </p:pic>
      <p:pic>
        <p:nvPicPr>
          <p:cNvPr id="26" name="object 26"/>
          <p:cNvPicPr/>
          <p:nvPr/>
        </p:nvPicPr>
        <p:blipFill>
          <a:blip r:embed="rId14" cstate="print"/>
          <a:stretch>
            <a:fillRect/>
          </a:stretch>
        </p:blipFill>
        <p:spPr>
          <a:xfrm>
            <a:off x="16840804" y="2700428"/>
            <a:ext cx="109780" cy="109780"/>
          </a:xfrm>
          <a:prstGeom prst="rect">
            <a:avLst/>
          </a:prstGeom>
        </p:spPr>
      </p:pic>
      <p:pic>
        <p:nvPicPr>
          <p:cNvPr id="27" name="object 27"/>
          <p:cNvPicPr/>
          <p:nvPr/>
        </p:nvPicPr>
        <p:blipFill>
          <a:blip r:embed="rId2" cstate="print"/>
          <a:stretch>
            <a:fillRect/>
          </a:stretch>
        </p:blipFill>
        <p:spPr>
          <a:xfrm>
            <a:off x="16840804" y="2281301"/>
            <a:ext cx="109780" cy="109780"/>
          </a:xfrm>
          <a:prstGeom prst="rect">
            <a:avLst/>
          </a:prstGeom>
        </p:spPr>
      </p:pic>
      <p:pic>
        <p:nvPicPr>
          <p:cNvPr id="28" name="object 28"/>
          <p:cNvPicPr/>
          <p:nvPr/>
        </p:nvPicPr>
        <p:blipFill>
          <a:blip r:embed="rId3" cstate="print"/>
          <a:stretch>
            <a:fillRect/>
          </a:stretch>
        </p:blipFill>
        <p:spPr>
          <a:xfrm>
            <a:off x="16840804" y="1862148"/>
            <a:ext cx="109779" cy="109780"/>
          </a:xfrm>
          <a:prstGeom prst="rect">
            <a:avLst/>
          </a:prstGeom>
        </p:spPr>
      </p:pic>
      <p:pic>
        <p:nvPicPr>
          <p:cNvPr id="29" name="object 29"/>
          <p:cNvPicPr/>
          <p:nvPr/>
        </p:nvPicPr>
        <p:blipFill>
          <a:blip r:embed="rId3" cstate="print"/>
          <a:stretch>
            <a:fillRect/>
          </a:stretch>
        </p:blipFill>
        <p:spPr>
          <a:xfrm>
            <a:off x="16840804" y="1443033"/>
            <a:ext cx="109779" cy="109780"/>
          </a:xfrm>
          <a:prstGeom prst="rect">
            <a:avLst/>
          </a:prstGeom>
        </p:spPr>
      </p:pic>
      <p:pic>
        <p:nvPicPr>
          <p:cNvPr id="30" name="object 30"/>
          <p:cNvPicPr/>
          <p:nvPr/>
        </p:nvPicPr>
        <p:blipFill>
          <a:blip r:embed="rId15" cstate="print"/>
          <a:stretch>
            <a:fillRect/>
          </a:stretch>
        </p:blipFill>
        <p:spPr>
          <a:xfrm>
            <a:off x="16840804" y="1023906"/>
            <a:ext cx="109779" cy="109780"/>
          </a:xfrm>
          <a:prstGeom prst="rect">
            <a:avLst/>
          </a:prstGeom>
        </p:spPr>
      </p:pic>
      <p:pic>
        <p:nvPicPr>
          <p:cNvPr id="31" name="object 31"/>
          <p:cNvPicPr/>
          <p:nvPr/>
        </p:nvPicPr>
        <p:blipFill>
          <a:blip r:embed="rId16" cstate="print"/>
          <a:stretch>
            <a:fillRect/>
          </a:stretch>
        </p:blipFill>
        <p:spPr>
          <a:xfrm>
            <a:off x="16840803" y="604778"/>
            <a:ext cx="109780" cy="109780"/>
          </a:xfrm>
          <a:prstGeom prst="rect">
            <a:avLst/>
          </a:prstGeom>
        </p:spPr>
      </p:pic>
      <p:pic>
        <p:nvPicPr>
          <p:cNvPr id="32" name="object 32"/>
          <p:cNvPicPr/>
          <p:nvPr/>
        </p:nvPicPr>
        <p:blipFill>
          <a:blip r:embed="rId2" cstate="print"/>
          <a:stretch>
            <a:fillRect/>
          </a:stretch>
        </p:blipFill>
        <p:spPr>
          <a:xfrm>
            <a:off x="17202191" y="2700428"/>
            <a:ext cx="109780" cy="109780"/>
          </a:xfrm>
          <a:prstGeom prst="rect">
            <a:avLst/>
          </a:prstGeom>
        </p:spPr>
      </p:pic>
      <p:pic>
        <p:nvPicPr>
          <p:cNvPr id="33" name="object 33"/>
          <p:cNvPicPr/>
          <p:nvPr/>
        </p:nvPicPr>
        <p:blipFill>
          <a:blip r:embed="rId17" cstate="print"/>
          <a:stretch>
            <a:fillRect/>
          </a:stretch>
        </p:blipFill>
        <p:spPr>
          <a:xfrm>
            <a:off x="17202239" y="2281297"/>
            <a:ext cx="109782" cy="109783"/>
          </a:xfrm>
          <a:prstGeom prst="rect">
            <a:avLst/>
          </a:prstGeom>
        </p:spPr>
      </p:pic>
      <p:pic>
        <p:nvPicPr>
          <p:cNvPr id="34" name="object 34"/>
          <p:cNvPicPr/>
          <p:nvPr/>
        </p:nvPicPr>
        <p:blipFill>
          <a:blip r:embed="rId7" cstate="print"/>
          <a:stretch>
            <a:fillRect/>
          </a:stretch>
        </p:blipFill>
        <p:spPr>
          <a:xfrm>
            <a:off x="17202191" y="1862148"/>
            <a:ext cx="109780" cy="109780"/>
          </a:xfrm>
          <a:prstGeom prst="rect">
            <a:avLst/>
          </a:prstGeom>
        </p:spPr>
      </p:pic>
      <p:pic>
        <p:nvPicPr>
          <p:cNvPr id="35" name="object 35"/>
          <p:cNvPicPr/>
          <p:nvPr/>
        </p:nvPicPr>
        <p:blipFill>
          <a:blip r:embed="rId7" cstate="print"/>
          <a:stretch>
            <a:fillRect/>
          </a:stretch>
        </p:blipFill>
        <p:spPr>
          <a:xfrm>
            <a:off x="17202191" y="1443033"/>
            <a:ext cx="109780" cy="109780"/>
          </a:xfrm>
          <a:prstGeom prst="rect">
            <a:avLst/>
          </a:prstGeom>
        </p:spPr>
      </p:pic>
      <p:pic>
        <p:nvPicPr>
          <p:cNvPr id="36" name="object 36"/>
          <p:cNvPicPr/>
          <p:nvPr/>
        </p:nvPicPr>
        <p:blipFill>
          <a:blip r:embed="rId18" cstate="print"/>
          <a:stretch>
            <a:fillRect/>
          </a:stretch>
        </p:blipFill>
        <p:spPr>
          <a:xfrm>
            <a:off x="17202239" y="1023902"/>
            <a:ext cx="109782" cy="109784"/>
          </a:xfrm>
          <a:prstGeom prst="rect">
            <a:avLst/>
          </a:prstGeom>
        </p:spPr>
      </p:pic>
      <p:pic>
        <p:nvPicPr>
          <p:cNvPr id="37" name="object 37"/>
          <p:cNvPicPr/>
          <p:nvPr/>
        </p:nvPicPr>
        <p:blipFill>
          <a:blip r:embed="rId9" cstate="print"/>
          <a:stretch>
            <a:fillRect/>
          </a:stretch>
        </p:blipFill>
        <p:spPr>
          <a:xfrm>
            <a:off x="17202239" y="604775"/>
            <a:ext cx="109782" cy="109783"/>
          </a:xfrm>
          <a:prstGeom prst="rect">
            <a:avLst/>
          </a:prstGeom>
        </p:spPr>
      </p:pic>
      <p:pic>
        <p:nvPicPr>
          <p:cNvPr id="38" name="object 38"/>
          <p:cNvPicPr/>
          <p:nvPr/>
        </p:nvPicPr>
        <p:blipFill>
          <a:blip r:embed="rId19" cstate="print"/>
          <a:stretch>
            <a:fillRect/>
          </a:stretch>
        </p:blipFill>
        <p:spPr>
          <a:xfrm>
            <a:off x="17563566" y="2700429"/>
            <a:ext cx="109780" cy="109779"/>
          </a:xfrm>
          <a:prstGeom prst="rect">
            <a:avLst/>
          </a:prstGeom>
        </p:spPr>
      </p:pic>
      <p:pic>
        <p:nvPicPr>
          <p:cNvPr id="39" name="object 39"/>
          <p:cNvPicPr/>
          <p:nvPr/>
        </p:nvPicPr>
        <p:blipFill>
          <a:blip r:embed="rId20" cstate="print"/>
          <a:stretch>
            <a:fillRect/>
          </a:stretch>
        </p:blipFill>
        <p:spPr>
          <a:xfrm>
            <a:off x="17563566" y="2281301"/>
            <a:ext cx="109780" cy="109780"/>
          </a:xfrm>
          <a:prstGeom prst="rect">
            <a:avLst/>
          </a:prstGeom>
        </p:spPr>
      </p:pic>
      <p:pic>
        <p:nvPicPr>
          <p:cNvPr id="40" name="object 40"/>
          <p:cNvPicPr/>
          <p:nvPr/>
        </p:nvPicPr>
        <p:blipFill>
          <a:blip r:embed="rId12" cstate="print"/>
          <a:stretch>
            <a:fillRect/>
          </a:stretch>
        </p:blipFill>
        <p:spPr>
          <a:xfrm>
            <a:off x="17563568" y="1862149"/>
            <a:ext cx="109779" cy="109778"/>
          </a:xfrm>
          <a:prstGeom prst="rect">
            <a:avLst/>
          </a:prstGeom>
        </p:spPr>
      </p:pic>
      <p:pic>
        <p:nvPicPr>
          <p:cNvPr id="41" name="object 41"/>
          <p:cNvPicPr/>
          <p:nvPr/>
        </p:nvPicPr>
        <p:blipFill>
          <a:blip r:embed="rId12" cstate="print"/>
          <a:stretch>
            <a:fillRect/>
          </a:stretch>
        </p:blipFill>
        <p:spPr>
          <a:xfrm>
            <a:off x="17563568" y="1443034"/>
            <a:ext cx="109779" cy="109779"/>
          </a:xfrm>
          <a:prstGeom prst="rect">
            <a:avLst/>
          </a:prstGeom>
        </p:spPr>
      </p:pic>
      <p:pic>
        <p:nvPicPr>
          <p:cNvPr id="42" name="object 42"/>
          <p:cNvPicPr/>
          <p:nvPr/>
        </p:nvPicPr>
        <p:blipFill>
          <a:blip r:embed="rId12" cstate="print"/>
          <a:stretch>
            <a:fillRect/>
          </a:stretch>
        </p:blipFill>
        <p:spPr>
          <a:xfrm>
            <a:off x="17563568" y="1023906"/>
            <a:ext cx="109779" cy="109779"/>
          </a:xfrm>
          <a:prstGeom prst="rect">
            <a:avLst/>
          </a:prstGeom>
        </p:spPr>
      </p:pic>
      <p:pic>
        <p:nvPicPr>
          <p:cNvPr id="43" name="object 43"/>
          <p:cNvPicPr/>
          <p:nvPr/>
        </p:nvPicPr>
        <p:blipFill>
          <a:blip r:embed="rId21" cstate="print"/>
          <a:stretch>
            <a:fillRect/>
          </a:stretch>
        </p:blipFill>
        <p:spPr>
          <a:xfrm>
            <a:off x="17563566" y="604779"/>
            <a:ext cx="109781" cy="109780"/>
          </a:xfrm>
          <a:prstGeom prst="rect">
            <a:avLst/>
          </a:prstGeom>
        </p:spPr>
      </p:pic>
      <p:sp>
        <p:nvSpPr>
          <p:cNvPr id="44" name="object 44"/>
          <p:cNvSpPr txBox="1">
            <a:spLocks noGrp="1"/>
          </p:cNvSpPr>
          <p:nvPr>
            <p:ph type="title"/>
          </p:nvPr>
        </p:nvSpPr>
        <p:spPr>
          <a:prstGeom prst="rect">
            <a:avLst/>
          </a:prstGeom>
        </p:spPr>
        <p:txBody>
          <a:bodyPr vert="horz" wrap="square" lIns="0" tIns="205253" rIns="0" bIns="0" rtlCol="0">
            <a:spAutoFit/>
          </a:bodyPr>
          <a:lstStyle/>
          <a:p>
            <a:pPr marL="3216275">
              <a:lnSpc>
                <a:spcPct val="100000"/>
              </a:lnSpc>
              <a:spcBef>
                <a:spcPts val="100"/>
              </a:spcBef>
            </a:pPr>
            <a:r>
              <a:rPr spc="-10" dirty="0"/>
              <a:t>ABSTRACT</a:t>
            </a:r>
            <a:endParaRPr spc="-10" dirty="0"/>
          </a:p>
        </p:txBody>
      </p:sp>
      <p:pic>
        <p:nvPicPr>
          <p:cNvPr id="45" name="object 45"/>
          <p:cNvPicPr/>
          <p:nvPr/>
        </p:nvPicPr>
        <p:blipFill>
          <a:blip r:embed="rId22" cstate="print"/>
          <a:stretch>
            <a:fillRect/>
          </a:stretch>
        </p:blipFill>
        <p:spPr>
          <a:xfrm>
            <a:off x="1705245" y="376035"/>
            <a:ext cx="2162174" cy="2162174"/>
          </a:xfrm>
          <a:prstGeom prst="rect">
            <a:avLst/>
          </a:prstGeom>
        </p:spPr>
      </p:pic>
      <p:pic>
        <p:nvPicPr>
          <p:cNvPr id="46" name="object 46"/>
          <p:cNvPicPr/>
          <p:nvPr/>
        </p:nvPicPr>
        <p:blipFill>
          <a:blip r:embed="rId23" cstate="print"/>
          <a:stretch>
            <a:fillRect/>
          </a:stretch>
        </p:blipFill>
        <p:spPr>
          <a:xfrm>
            <a:off x="13734553" y="24874"/>
            <a:ext cx="2867024" cy="2867024"/>
          </a:xfrm>
          <a:prstGeom prst="rect">
            <a:avLst/>
          </a:prstGeom>
        </p:spPr>
      </p:pic>
      <p:sp>
        <p:nvSpPr>
          <p:cNvPr id="48" name="TextBox 47"/>
          <p:cNvSpPr txBox="1"/>
          <p:nvPr/>
        </p:nvSpPr>
        <p:spPr>
          <a:xfrm>
            <a:off x="3054725" y="3583198"/>
            <a:ext cx="10661275" cy="4401205"/>
          </a:xfrm>
          <a:prstGeom prst="rect">
            <a:avLst/>
          </a:prstGeom>
          <a:noFill/>
        </p:spPr>
        <p:txBody>
          <a:bodyPr wrap="square">
            <a:spAutoFit/>
          </a:bodyPr>
          <a:lstStyle/>
          <a:p>
            <a:r>
              <a:rPr lang="en-US" sz="4000" b="1" dirty="0">
                <a:solidFill>
                  <a:schemeClr val="accent2">
                    <a:lumMod val="75000"/>
                  </a:schemeClr>
                </a:solidFill>
              </a:rPr>
              <a:t>This project analyzes the relationship between customer age groups and their purchasing behavior. By examining buying patterns across different age categories, the study helps businesses understand customer preferences, improve marketing strategies, and increase sales efficiency.</a:t>
            </a:r>
            <a:endParaRPr lang="en-IN" sz="4000" b="1" dirty="0">
              <a:solidFill>
                <a:schemeClr val="accent2">
                  <a:lumMod val="7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7213434"/>
            <a:ext cx="3074035" cy="3074035"/>
            <a:chOff x="0" y="7213434"/>
            <a:chExt cx="3074035" cy="3074035"/>
          </a:xfrm>
        </p:grpSpPr>
        <p:sp>
          <p:nvSpPr>
            <p:cNvPr id="3" name="object 3"/>
            <p:cNvSpPr/>
            <p:nvPr/>
          </p:nvSpPr>
          <p:spPr>
            <a:xfrm>
              <a:off x="0" y="7213434"/>
              <a:ext cx="3074035" cy="3074035"/>
            </a:xfrm>
            <a:custGeom>
              <a:avLst/>
              <a:gdLst/>
              <a:ahLst/>
              <a:cxnLst/>
              <a:rect l="l" t="t" r="r" b="b"/>
              <a:pathLst>
                <a:path w="3074035" h="3074034">
                  <a:moveTo>
                    <a:pt x="3073565" y="3073565"/>
                  </a:moveTo>
                  <a:lnTo>
                    <a:pt x="0" y="3073565"/>
                  </a:lnTo>
                  <a:lnTo>
                    <a:pt x="0" y="0"/>
                  </a:lnTo>
                  <a:lnTo>
                    <a:pt x="3073565" y="3073565"/>
                  </a:lnTo>
                  <a:close/>
                </a:path>
              </a:pathLst>
            </a:custGeom>
            <a:solidFill>
              <a:srgbClr val="FFC62F"/>
            </a:solidFill>
          </p:spPr>
          <p:txBody>
            <a:bodyPr wrap="square" lIns="0" tIns="0" rIns="0" bIns="0" rtlCol="0"/>
            <a:lstStyle/>
            <a:p/>
          </p:txBody>
        </p:sp>
        <p:sp>
          <p:nvSpPr>
            <p:cNvPr id="4" name="object 4"/>
            <p:cNvSpPr/>
            <p:nvPr/>
          </p:nvSpPr>
          <p:spPr>
            <a:xfrm>
              <a:off x="0" y="8493784"/>
              <a:ext cx="1793239" cy="1793239"/>
            </a:xfrm>
            <a:custGeom>
              <a:avLst/>
              <a:gdLst/>
              <a:ahLst/>
              <a:cxnLst/>
              <a:rect l="l" t="t" r="r" b="b"/>
              <a:pathLst>
                <a:path w="1793239" h="1793240">
                  <a:moveTo>
                    <a:pt x="1793215" y="1793214"/>
                  </a:moveTo>
                  <a:lnTo>
                    <a:pt x="0" y="1793214"/>
                  </a:lnTo>
                  <a:lnTo>
                    <a:pt x="0" y="0"/>
                  </a:lnTo>
                  <a:lnTo>
                    <a:pt x="1793215" y="1793214"/>
                  </a:lnTo>
                  <a:close/>
                </a:path>
              </a:pathLst>
            </a:custGeom>
            <a:solidFill>
              <a:srgbClr val="002972"/>
            </a:solidFill>
          </p:spPr>
          <p:txBody>
            <a:bodyPr wrap="square" lIns="0" tIns="0" rIns="0" bIns="0" rtlCol="0"/>
            <a:lstStyle/>
            <a:p/>
          </p:txBody>
        </p:sp>
      </p:grpSp>
      <p:grpSp>
        <p:nvGrpSpPr>
          <p:cNvPr id="5" name="object 5"/>
          <p:cNvGrpSpPr/>
          <p:nvPr/>
        </p:nvGrpSpPr>
        <p:grpSpPr>
          <a:xfrm>
            <a:off x="15302879" y="0"/>
            <a:ext cx="2985135" cy="2985135"/>
            <a:chOff x="15302879" y="0"/>
            <a:chExt cx="2985135" cy="2985135"/>
          </a:xfrm>
        </p:grpSpPr>
        <p:sp>
          <p:nvSpPr>
            <p:cNvPr id="6" name="object 6"/>
            <p:cNvSpPr/>
            <p:nvPr/>
          </p:nvSpPr>
          <p:spPr>
            <a:xfrm>
              <a:off x="15302879" y="0"/>
              <a:ext cx="2985135" cy="2985135"/>
            </a:xfrm>
            <a:custGeom>
              <a:avLst/>
              <a:gdLst/>
              <a:ahLst/>
              <a:cxnLst/>
              <a:rect l="l" t="t" r="r" b="b"/>
              <a:pathLst>
                <a:path w="2985134" h="2985135">
                  <a:moveTo>
                    <a:pt x="0" y="0"/>
                  </a:moveTo>
                  <a:lnTo>
                    <a:pt x="2985119" y="0"/>
                  </a:lnTo>
                  <a:lnTo>
                    <a:pt x="2985119" y="2985119"/>
                  </a:lnTo>
                  <a:lnTo>
                    <a:pt x="0" y="0"/>
                  </a:lnTo>
                  <a:close/>
                </a:path>
              </a:pathLst>
            </a:custGeom>
            <a:solidFill>
              <a:srgbClr val="FFC62F"/>
            </a:solidFill>
          </p:spPr>
          <p:txBody>
            <a:bodyPr wrap="square" lIns="0" tIns="0" rIns="0" bIns="0" rtlCol="0"/>
            <a:lstStyle/>
            <a:p/>
          </p:txBody>
        </p:sp>
        <p:sp>
          <p:nvSpPr>
            <p:cNvPr id="7" name="object 7"/>
            <p:cNvSpPr/>
            <p:nvPr/>
          </p:nvSpPr>
          <p:spPr>
            <a:xfrm>
              <a:off x="16583230" y="0"/>
              <a:ext cx="1704975" cy="1704975"/>
            </a:xfrm>
            <a:custGeom>
              <a:avLst/>
              <a:gdLst/>
              <a:ahLst/>
              <a:cxnLst/>
              <a:rect l="l" t="t" r="r" b="b"/>
              <a:pathLst>
                <a:path w="1704975" h="1704975">
                  <a:moveTo>
                    <a:pt x="0" y="0"/>
                  </a:moveTo>
                  <a:lnTo>
                    <a:pt x="1704769" y="0"/>
                  </a:lnTo>
                  <a:lnTo>
                    <a:pt x="1704769" y="1704769"/>
                  </a:lnTo>
                  <a:lnTo>
                    <a:pt x="0" y="0"/>
                  </a:lnTo>
                  <a:close/>
                </a:path>
              </a:pathLst>
            </a:custGeom>
            <a:solidFill>
              <a:srgbClr val="002972"/>
            </a:solidFill>
          </p:spPr>
          <p:txBody>
            <a:bodyPr wrap="square" lIns="0" tIns="0" rIns="0" bIns="0" rtlCol="0"/>
            <a:lstStyle/>
            <a:p/>
          </p:txBody>
        </p:sp>
      </p:grpSp>
      <p:pic>
        <p:nvPicPr>
          <p:cNvPr id="8" name="object 8"/>
          <p:cNvPicPr/>
          <p:nvPr/>
        </p:nvPicPr>
        <p:blipFill>
          <a:blip r:embed="rId1" cstate="print"/>
          <a:stretch>
            <a:fillRect/>
          </a:stretch>
        </p:blipFill>
        <p:spPr>
          <a:xfrm>
            <a:off x="610204" y="2700428"/>
            <a:ext cx="109780" cy="109780"/>
          </a:xfrm>
          <a:prstGeom prst="rect">
            <a:avLst/>
          </a:prstGeom>
        </p:spPr>
      </p:pic>
      <p:pic>
        <p:nvPicPr>
          <p:cNvPr id="9" name="object 9"/>
          <p:cNvPicPr/>
          <p:nvPr/>
        </p:nvPicPr>
        <p:blipFill>
          <a:blip r:embed="rId2" cstate="print"/>
          <a:stretch>
            <a:fillRect/>
          </a:stretch>
        </p:blipFill>
        <p:spPr>
          <a:xfrm>
            <a:off x="610204" y="2281301"/>
            <a:ext cx="109780" cy="109780"/>
          </a:xfrm>
          <a:prstGeom prst="rect">
            <a:avLst/>
          </a:prstGeom>
        </p:spPr>
      </p:pic>
      <p:pic>
        <p:nvPicPr>
          <p:cNvPr id="10" name="object 10"/>
          <p:cNvPicPr/>
          <p:nvPr/>
        </p:nvPicPr>
        <p:blipFill>
          <a:blip r:embed="rId3" cstate="print"/>
          <a:stretch>
            <a:fillRect/>
          </a:stretch>
        </p:blipFill>
        <p:spPr>
          <a:xfrm>
            <a:off x="610205" y="1862148"/>
            <a:ext cx="109779" cy="109780"/>
          </a:xfrm>
          <a:prstGeom prst="rect">
            <a:avLst/>
          </a:prstGeom>
        </p:spPr>
      </p:pic>
      <p:pic>
        <p:nvPicPr>
          <p:cNvPr id="11" name="object 11"/>
          <p:cNvPicPr/>
          <p:nvPr/>
        </p:nvPicPr>
        <p:blipFill>
          <a:blip r:embed="rId3" cstate="print"/>
          <a:stretch>
            <a:fillRect/>
          </a:stretch>
        </p:blipFill>
        <p:spPr>
          <a:xfrm>
            <a:off x="610205" y="1443033"/>
            <a:ext cx="109779" cy="109780"/>
          </a:xfrm>
          <a:prstGeom prst="rect">
            <a:avLst/>
          </a:prstGeom>
        </p:spPr>
      </p:pic>
      <p:pic>
        <p:nvPicPr>
          <p:cNvPr id="12" name="object 12"/>
          <p:cNvPicPr/>
          <p:nvPr/>
        </p:nvPicPr>
        <p:blipFill>
          <a:blip r:embed="rId4" cstate="print"/>
          <a:stretch>
            <a:fillRect/>
          </a:stretch>
        </p:blipFill>
        <p:spPr>
          <a:xfrm>
            <a:off x="610205" y="1023906"/>
            <a:ext cx="109779" cy="109780"/>
          </a:xfrm>
          <a:prstGeom prst="rect">
            <a:avLst/>
          </a:prstGeom>
        </p:spPr>
      </p:pic>
      <p:pic>
        <p:nvPicPr>
          <p:cNvPr id="13" name="object 13"/>
          <p:cNvPicPr/>
          <p:nvPr/>
        </p:nvPicPr>
        <p:blipFill>
          <a:blip r:embed="rId5" cstate="print"/>
          <a:stretch>
            <a:fillRect/>
          </a:stretch>
        </p:blipFill>
        <p:spPr>
          <a:xfrm>
            <a:off x="610203" y="604778"/>
            <a:ext cx="109780" cy="109780"/>
          </a:xfrm>
          <a:prstGeom prst="rect">
            <a:avLst/>
          </a:prstGeom>
        </p:spPr>
      </p:pic>
      <p:pic>
        <p:nvPicPr>
          <p:cNvPr id="14" name="object 14"/>
          <p:cNvPicPr/>
          <p:nvPr/>
        </p:nvPicPr>
        <p:blipFill>
          <a:blip r:embed="rId6" cstate="print"/>
          <a:stretch>
            <a:fillRect/>
          </a:stretch>
        </p:blipFill>
        <p:spPr>
          <a:xfrm>
            <a:off x="971592" y="2700428"/>
            <a:ext cx="109780" cy="109780"/>
          </a:xfrm>
          <a:prstGeom prst="rect">
            <a:avLst/>
          </a:prstGeom>
        </p:spPr>
      </p:pic>
      <p:pic>
        <p:nvPicPr>
          <p:cNvPr id="15" name="object 15"/>
          <p:cNvPicPr/>
          <p:nvPr/>
        </p:nvPicPr>
        <p:blipFill>
          <a:blip r:embed="rId7" cstate="print"/>
          <a:stretch>
            <a:fillRect/>
          </a:stretch>
        </p:blipFill>
        <p:spPr>
          <a:xfrm>
            <a:off x="971641" y="2281297"/>
            <a:ext cx="109782" cy="109783"/>
          </a:xfrm>
          <a:prstGeom prst="rect">
            <a:avLst/>
          </a:prstGeom>
        </p:spPr>
      </p:pic>
      <p:pic>
        <p:nvPicPr>
          <p:cNvPr id="16" name="object 16"/>
          <p:cNvPicPr/>
          <p:nvPr/>
        </p:nvPicPr>
        <p:blipFill>
          <a:blip r:embed="rId8" cstate="print"/>
          <a:stretch>
            <a:fillRect/>
          </a:stretch>
        </p:blipFill>
        <p:spPr>
          <a:xfrm>
            <a:off x="971592" y="1862148"/>
            <a:ext cx="109780" cy="109780"/>
          </a:xfrm>
          <a:prstGeom prst="rect">
            <a:avLst/>
          </a:prstGeom>
        </p:spPr>
      </p:pic>
      <p:pic>
        <p:nvPicPr>
          <p:cNvPr id="17" name="object 17"/>
          <p:cNvPicPr/>
          <p:nvPr/>
        </p:nvPicPr>
        <p:blipFill>
          <a:blip r:embed="rId8" cstate="print"/>
          <a:stretch>
            <a:fillRect/>
          </a:stretch>
        </p:blipFill>
        <p:spPr>
          <a:xfrm>
            <a:off x="971592" y="1443033"/>
            <a:ext cx="109780" cy="109780"/>
          </a:xfrm>
          <a:prstGeom prst="rect">
            <a:avLst/>
          </a:prstGeom>
        </p:spPr>
      </p:pic>
      <p:pic>
        <p:nvPicPr>
          <p:cNvPr id="18" name="object 18"/>
          <p:cNvPicPr/>
          <p:nvPr/>
        </p:nvPicPr>
        <p:blipFill>
          <a:blip r:embed="rId9" cstate="print"/>
          <a:stretch>
            <a:fillRect/>
          </a:stretch>
        </p:blipFill>
        <p:spPr>
          <a:xfrm>
            <a:off x="971641" y="1023902"/>
            <a:ext cx="109782" cy="109784"/>
          </a:xfrm>
          <a:prstGeom prst="rect">
            <a:avLst/>
          </a:prstGeom>
        </p:spPr>
      </p:pic>
      <p:pic>
        <p:nvPicPr>
          <p:cNvPr id="19" name="object 19"/>
          <p:cNvPicPr/>
          <p:nvPr/>
        </p:nvPicPr>
        <p:blipFill>
          <a:blip r:embed="rId10" cstate="print"/>
          <a:stretch>
            <a:fillRect/>
          </a:stretch>
        </p:blipFill>
        <p:spPr>
          <a:xfrm>
            <a:off x="971640" y="604775"/>
            <a:ext cx="109782" cy="109783"/>
          </a:xfrm>
          <a:prstGeom prst="rect">
            <a:avLst/>
          </a:prstGeom>
        </p:spPr>
      </p:pic>
      <p:pic>
        <p:nvPicPr>
          <p:cNvPr id="20" name="object 20"/>
          <p:cNvPicPr/>
          <p:nvPr/>
        </p:nvPicPr>
        <p:blipFill>
          <a:blip r:embed="rId11" cstate="print"/>
          <a:stretch>
            <a:fillRect/>
          </a:stretch>
        </p:blipFill>
        <p:spPr>
          <a:xfrm>
            <a:off x="1332967" y="2700429"/>
            <a:ext cx="109780" cy="109779"/>
          </a:xfrm>
          <a:prstGeom prst="rect">
            <a:avLst/>
          </a:prstGeom>
        </p:spPr>
      </p:pic>
      <p:pic>
        <p:nvPicPr>
          <p:cNvPr id="21" name="object 21"/>
          <p:cNvPicPr/>
          <p:nvPr/>
        </p:nvPicPr>
        <p:blipFill>
          <a:blip r:embed="rId12" cstate="print"/>
          <a:stretch>
            <a:fillRect/>
          </a:stretch>
        </p:blipFill>
        <p:spPr>
          <a:xfrm>
            <a:off x="1332967" y="2281301"/>
            <a:ext cx="109780" cy="109780"/>
          </a:xfrm>
          <a:prstGeom prst="rect">
            <a:avLst/>
          </a:prstGeom>
        </p:spPr>
      </p:pic>
      <p:pic>
        <p:nvPicPr>
          <p:cNvPr id="22" name="object 22"/>
          <p:cNvPicPr/>
          <p:nvPr/>
        </p:nvPicPr>
        <p:blipFill>
          <a:blip r:embed="rId13" cstate="print"/>
          <a:stretch>
            <a:fillRect/>
          </a:stretch>
        </p:blipFill>
        <p:spPr>
          <a:xfrm>
            <a:off x="1332968" y="1862149"/>
            <a:ext cx="109779" cy="109778"/>
          </a:xfrm>
          <a:prstGeom prst="rect">
            <a:avLst/>
          </a:prstGeom>
        </p:spPr>
      </p:pic>
      <p:pic>
        <p:nvPicPr>
          <p:cNvPr id="23" name="object 23"/>
          <p:cNvPicPr/>
          <p:nvPr/>
        </p:nvPicPr>
        <p:blipFill>
          <a:blip r:embed="rId13" cstate="print"/>
          <a:stretch>
            <a:fillRect/>
          </a:stretch>
        </p:blipFill>
        <p:spPr>
          <a:xfrm>
            <a:off x="1332968" y="1443034"/>
            <a:ext cx="109779" cy="109779"/>
          </a:xfrm>
          <a:prstGeom prst="rect">
            <a:avLst/>
          </a:prstGeom>
        </p:spPr>
      </p:pic>
      <p:pic>
        <p:nvPicPr>
          <p:cNvPr id="24" name="object 24"/>
          <p:cNvPicPr/>
          <p:nvPr/>
        </p:nvPicPr>
        <p:blipFill>
          <a:blip r:embed="rId13" cstate="print"/>
          <a:stretch>
            <a:fillRect/>
          </a:stretch>
        </p:blipFill>
        <p:spPr>
          <a:xfrm>
            <a:off x="1332968" y="1023906"/>
            <a:ext cx="109779" cy="109779"/>
          </a:xfrm>
          <a:prstGeom prst="rect">
            <a:avLst/>
          </a:prstGeom>
        </p:spPr>
      </p:pic>
      <p:pic>
        <p:nvPicPr>
          <p:cNvPr id="25" name="object 25"/>
          <p:cNvPicPr/>
          <p:nvPr/>
        </p:nvPicPr>
        <p:blipFill>
          <a:blip r:embed="rId14" cstate="print"/>
          <a:stretch>
            <a:fillRect/>
          </a:stretch>
        </p:blipFill>
        <p:spPr>
          <a:xfrm>
            <a:off x="1332967" y="604779"/>
            <a:ext cx="109781" cy="109780"/>
          </a:xfrm>
          <a:prstGeom prst="rect">
            <a:avLst/>
          </a:prstGeom>
        </p:spPr>
      </p:pic>
      <p:pic>
        <p:nvPicPr>
          <p:cNvPr id="26" name="object 26"/>
          <p:cNvPicPr/>
          <p:nvPr/>
        </p:nvPicPr>
        <p:blipFill>
          <a:blip r:embed="rId15" cstate="print"/>
          <a:stretch>
            <a:fillRect/>
          </a:stretch>
        </p:blipFill>
        <p:spPr>
          <a:xfrm>
            <a:off x="16840804" y="9567953"/>
            <a:ext cx="109780" cy="109780"/>
          </a:xfrm>
          <a:prstGeom prst="rect">
            <a:avLst/>
          </a:prstGeom>
        </p:spPr>
      </p:pic>
      <p:pic>
        <p:nvPicPr>
          <p:cNvPr id="27" name="object 27"/>
          <p:cNvPicPr/>
          <p:nvPr/>
        </p:nvPicPr>
        <p:blipFill>
          <a:blip r:embed="rId2" cstate="print"/>
          <a:stretch>
            <a:fillRect/>
          </a:stretch>
        </p:blipFill>
        <p:spPr>
          <a:xfrm>
            <a:off x="16840804" y="9148825"/>
            <a:ext cx="109780" cy="109780"/>
          </a:xfrm>
          <a:prstGeom prst="rect">
            <a:avLst/>
          </a:prstGeom>
        </p:spPr>
      </p:pic>
      <p:pic>
        <p:nvPicPr>
          <p:cNvPr id="28" name="object 28"/>
          <p:cNvPicPr/>
          <p:nvPr/>
        </p:nvPicPr>
        <p:blipFill>
          <a:blip r:embed="rId3" cstate="print"/>
          <a:stretch>
            <a:fillRect/>
          </a:stretch>
        </p:blipFill>
        <p:spPr>
          <a:xfrm>
            <a:off x="16840804" y="8729673"/>
            <a:ext cx="109779" cy="109780"/>
          </a:xfrm>
          <a:prstGeom prst="rect">
            <a:avLst/>
          </a:prstGeom>
        </p:spPr>
      </p:pic>
      <p:pic>
        <p:nvPicPr>
          <p:cNvPr id="29" name="object 29"/>
          <p:cNvPicPr/>
          <p:nvPr/>
        </p:nvPicPr>
        <p:blipFill>
          <a:blip r:embed="rId3" cstate="print"/>
          <a:stretch>
            <a:fillRect/>
          </a:stretch>
        </p:blipFill>
        <p:spPr>
          <a:xfrm>
            <a:off x="16840804" y="8310558"/>
            <a:ext cx="109779" cy="109780"/>
          </a:xfrm>
          <a:prstGeom prst="rect">
            <a:avLst/>
          </a:prstGeom>
        </p:spPr>
      </p:pic>
      <p:pic>
        <p:nvPicPr>
          <p:cNvPr id="30" name="object 30"/>
          <p:cNvPicPr/>
          <p:nvPr/>
        </p:nvPicPr>
        <p:blipFill>
          <a:blip r:embed="rId3" cstate="print"/>
          <a:stretch>
            <a:fillRect/>
          </a:stretch>
        </p:blipFill>
        <p:spPr>
          <a:xfrm>
            <a:off x="16840804" y="7891430"/>
            <a:ext cx="109779" cy="109780"/>
          </a:xfrm>
          <a:prstGeom prst="rect">
            <a:avLst/>
          </a:prstGeom>
        </p:spPr>
      </p:pic>
      <p:pic>
        <p:nvPicPr>
          <p:cNvPr id="31" name="object 31"/>
          <p:cNvPicPr/>
          <p:nvPr/>
        </p:nvPicPr>
        <p:blipFill>
          <a:blip r:embed="rId16" cstate="print"/>
          <a:stretch>
            <a:fillRect/>
          </a:stretch>
        </p:blipFill>
        <p:spPr>
          <a:xfrm>
            <a:off x="16840803" y="7472302"/>
            <a:ext cx="109780" cy="109780"/>
          </a:xfrm>
          <a:prstGeom prst="rect">
            <a:avLst/>
          </a:prstGeom>
        </p:spPr>
      </p:pic>
      <p:pic>
        <p:nvPicPr>
          <p:cNvPr id="32" name="object 32"/>
          <p:cNvPicPr/>
          <p:nvPr/>
        </p:nvPicPr>
        <p:blipFill>
          <a:blip r:embed="rId2" cstate="print"/>
          <a:stretch>
            <a:fillRect/>
          </a:stretch>
        </p:blipFill>
        <p:spPr>
          <a:xfrm>
            <a:off x="17202191" y="9567953"/>
            <a:ext cx="109780" cy="109780"/>
          </a:xfrm>
          <a:prstGeom prst="rect">
            <a:avLst/>
          </a:prstGeom>
        </p:spPr>
      </p:pic>
      <p:pic>
        <p:nvPicPr>
          <p:cNvPr id="33" name="object 33"/>
          <p:cNvPicPr/>
          <p:nvPr/>
        </p:nvPicPr>
        <p:blipFill>
          <a:blip r:embed="rId8" cstate="print"/>
          <a:stretch>
            <a:fillRect/>
          </a:stretch>
        </p:blipFill>
        <p:spPr>
          <a:xfrm>
            <a:off x="17202191" y="8729673"/>
            <a:ext cx="109780" cy="109780"/>
          </a:xfrm>
          <a:prstGeom prst="rect">
            <a:avLst/>
          </a:prstGeom>
        </p:spPr>
      </p:pic>
      <p:pic>
        <p:nvPicPr>
          <p:cNvPr id="34" name="object 34"/>
          <p:cNvPicPr/>
          <p:nvPr/>
        </p:nvPicPr>
        <p:blipFill>
          <a:blip r:embed="rId17" cstate="print"/>
          <a:stretch>
            <a:fillRect/>
          </a:stretch>
        </p:blipFill>
        <p:spPr>
          <a:xfrm>
            <a:off x="17202239" y="9148822"/>
            <a:ext cx="109782" cy="109783"/>
          </a:xfrm>
          <a:prstGeom prst="rect">
            <a:avLst/>
          </a:prstGeom>
        </p:spPr>
      </p:pic>
      <p:pic>
        <p:nvPicPr>
          <p:cNvPr id="35" name="object 35"/>
          <p:cNvPicPr/>
          <p:nvPr/>
        </p:nvPicPr>
        <p:blipFill>
          <a:blip r:embed="rId8" cstate="print"/>
          <a:stretch>
            <a:fillRect/>
          </a:stretch>
        </p:blipFill>
        <p:spPr>
          <a:xfrm>
            <a:off x="17202191" y="8310558"/>
            <a:ext cx="109780" cy="109780"/>
          </a:xfrm>
          <a:prstGeom prst="rect">
            <a:avLst/>
          </a:prstGeom>
        </p:spPr>
      </p:pic>
      <p:pic>
        <p:nvPicPr>
          <p:cNvPr id="36" name="object 36"/>
          <p:cNvPicPr/>
          <p:nvPr/>
        </p:nvPicPr>
        <p:blipFill>
          <a:blip r:embed="rId18" cstate="print"/>
          <a:stretch>
            <a:fillRect/>
          </a:stretch>
        </p:blipFill>
        <p:spPr>
          <a:xfrm>
            <a:off x="17202239" y="7891427"/>
            <a:ext cx="109782" cy="109784"/>
          </a:xfrm>
          <a:prstGeom prst="rect">
            <a:avLst/>
          </a:prstGeom>
        </p:spPr>
      </p:pic>
      <p:pic>
        <p:nvPicPr>
          <p:cNvPr id="37" name="object 37"/>
          <p:cNvPicPr/>
          <p:nvPr/>
        </p:nvPicPr>
        <p:blipFill>
          <a:blip r:embed="rId10" cstate="print"/>
          <a:stretch>
            <a:fillRect/>
          </a:stretch>
        </p:blipFill>
        <p:spPr>
          <a:xfrm>
            <a:off x="17202239" y="7472299"/>
            <a:ext cx="109782" cy="109783"/>
          </a:xfrm>
          <a:prstGeom prst="rect">
            <a:avLst/>
          </a:prstGeom>
        </p:spPr>
      </p:pic>
      <p:pic>
        <p:nvPicPr>
          <p:cNvPr id="38" name="object 38"/>
          <p:cNvPicPr/>
          <p:nvPr/>
        </p:nvPicPr>
        <p:blipFill>
          <a:blip r:embed="rId19" cstate="print"/>
          <a:stretch>
            <a:fillRect/>
          </a:stretch>
        </p:blipFill>
        <p:spPr>
          <a:xfrm>
            <a:off x="17563566" y="9567953"/>
            <a:ext cx="109780" cy="109779"/>
          </a:xfrm>
          <a:prstGeom prst="rect">
            <a:avLst/>
          </a:prstGeom>
        </p:spPr>
      </p:pic>
      <p:pic>
        <p:nvPicPr>
          <p:cNvPr id="39" name="object 39"/>
          <p:cNvPicPr/>
          <p:nvPr/>
        </p:nvPicPr>
        <p:blipFill>
          <a:blip r:embed="rId20" cstate="print"/>
          <a:stretch>
            <a:fillRect/>
          </a:stretch>
        </p:blipFill>
        <p:spPr>
          <a:xfrm>
            <a:off x="17563566" y="9148825"/>
            <a:ext cx="109780" cy="109780"/>
          </a:xfrm>
          <a:prstGeom prst="rect">
            <a:avLst/>
          </a:prstGeom>
        </p:spPr>
      </p:pic>
      <p:pic>
        <p:nvPicPr>
          <p:cNvPr id="40" name="object 40"/>
          <p:cNvPicPr/>
          <p:nvPr/>
        </p:nvPicPr>
        <p:blipFill>
          <a:blip r:embed="rId13" cstate="print"/>
          <a:stretch>
            <a:fillRect/>
          </a:stretch>
        </p:blipFill>
        <p:spPr>
          <a:xfrm>
            <a:off x="17563568" y="8729674"/>
            <a:ext cx="109779" cy="109778"/>
          </a:xfrm>
          <a:prstGeom prst="rect">
            <a:avLst/>
          </a:prstGeom>
        </p:spPr>
      </p:pic>
      <p:pic>
        <p:nvPicPr>
          <p:cNvPr id="41" name="object 41"/>
          <p:cNvPicPr/>
          <p:nvPr/>
        </p:nvPicPr>
        <p:blipFill>
          <a:blip r:embed="rId13" cstate="print"/>
          <a:stretch>
            <a:fillRect/>
          </a:stretch>
        </p:blipFill>
        <p:spPr>
          <a:xfrm>
            <a:off x="17563568" y="8310558"/>
            <a:ext cx="109779" cy="109779"/>
          </a:xfrm>
          <a:prstGeom prst="rect">
            <a:avLst/>
          </a:prstGeom>
        </p:spPr>
      </p:pic>
      <p:pic>
        <p:nvPicPr>
          <p:cNvPr id="42" name="object 42"/>
          <p:cNvPicPr/>
          <p:nvPr/>
        </p:nvPicPr>
        <p:blipFill>
          <a:blip r:embed="rId13" cstate="print"/>
          <a:stretch>
            <a:fillRect/>
          </a:stretch>
        </p:blipFill>
        <p:spPr>
          <a:xfrm>
            <a:off x="17563568" y="7891431"/>
            <a:ext cx="109779" cy="109779"/>
          </a:xfrm>
          <a:prstGeom prst="rect">
            <a:avLst/>
          </a:prstGeom>
        </p:spPr>
      </p:pic>
      <p:pic>
        <p:nvPicPr>
          <p:cNvPr id="43" name="object 43"/>
          <p:cNvPicPr/>
          <p:nvPr/>
        </p:nvPicPr>
        <p:blipFill>
          <a:blip r:embed="rId21" cstate="print"/>
          <a:stretch>
            <a:fillRect/>
          </a:stretch>
        </p:blipFill>
        <p:spPr>
          <a:xfrm>
            <a:off x="17563566" y="7472303"/>
            <a:ext cx="109781" cy="109780"/>
          </a:xfrm>
          <a:prstGeom prst="rect">
            <a:avLst/>
          </a:prstGeom>
        </p:spPr>
      </p:pic>
      <p:sp>
        <p:nvSpPr>
          <p:cNvPr id="44" name="object 44"/>
          <p:cNvSpPr txBox="1">
            <a:spLocks noGrp="1"/>
          </p:cNvSpPr>
          <p:nvPr>
            <p:ph type="title"/>
          </p:nvPr>
        </p:nvSpPr>
        <p:spPr>
          <a:prstGeom prst="rect">
            <a:avLst/>
          </a:prstGeom>
        </p:spPr>
        <p:txBody>
          <a:bodyPr vert="horz" wrap="square" lIns="0" tIns="310418" rIns="0" bIns="0" rtlCol="0">
            <a:spAutoFit/>
          </a:bodyPr>
          <a:lstStyle/>
          <a:p>
            <a:pPr marL="12700">
              <a:lnSpc>
                <a:spcPct val="100000"/>
              </a:lnSpc>
              <a:spcBef>
                <a:spcPts val="100"/>
              </a:spcBef>
            </a:pPr>
            <a:r>
              <a:rPr dirty="0"/>
              <a:t>PROBLEM</a:t>
            </a:r>
            <a:r>
              <a:rPr spc="185" dirty="0"/>
              <a:t> </a:t>
            </a:r>
            <a:r>
              <a:rPr spc="55" dirty="0"/>
              <a:t>STATEMENT</a:t>
            </a:r>
            <a:endParaRPr spc="55" dirty="0"/>
          </a:p>
        </p:txBody>
      </p:sp>
      <p:pic>
        <p:nvPicPr>
          <p:cNvPr id="45" name="object 45"/>
          <p:cNvPicPr/>
          <p:nvPr/>
        </p:nvPicPr>
        <p:blipFill>
          <a:blip r:embed="rId22" cstate="print"/>
          <a:stretch>
            <a:fillRect/>
          </a:stretch>
        </p:blipFill>
        <p:spPr>
          <a:xfrm>
            <a:off x="1753959" y="24874"/>
            <a:ext cx="2162174" cy="2162174"/>
          </a:xfrm>
          <a:prstGeom prst="rect">
            <a:avLst/>
          </a:prstGeom>
        </p:spPr>
      </p:pic>
      <p:pic>
        <p:nvPicPr>
          <p:cNvPr id="46" name="object 46"/>
          <p:cNvPicPr/>
          <p:nvPr/>
        </p:nvPicPr>
        <p:blipFill>
          <a:blip r:embed="rId23" cstate="print"/>
          <a:stretch>
            <a:fillRect/>
          </a:stretch>
        </p:blipFill>
        <p:spPr>
          <a:xfrm>
            <a:off x="13386603" y="0"/>
            <a:ext cx="2867024" cy="2630563"/>
          </a:xfrm>
          <a:prstGeom prst="rect">
            <a:avLst/>
          </a:prstGeom>
        </p:spPr>
      </p:pic>
      <p:sp>
        <p:nvSpPr>
          <p:cNvPr id="48" name="TextBox 47"/>
          <p:cNvSpPr txBox="1"/>
          <p:nvPr/>
        </p:nvSpPr>
        <p:spPr>
          <a:xfrm>
            <a:off x="3054725" y="3898650"/>
            <a:ext cx="10439400" cy="3785652"/>
          </a:xfrm>
          <a:prstGeom prst="rect">
            <a:avLst/>
          </a:prstGeom>
          <a:noFill/>
        </p:spPr>
        <p:txBody>
          <a:bodyPr wrap="square">
            <a:spAutoFit/>
          </a:bodyPr>
          <a:lstStyle/>
          <a:p>
            <a:r>
              <a:rPr lang="en-US" sz="4000" b="1" dirty="0">
                <a:solidFill>
                  <a:schemeClr val="accent2">
                    <a:lumMod val="75000"/>
                  </a:schemeClr>
                </a:solidFill>
              </a:rPr>
              <a:t>Businesses often struggle to identify which age groups are more likely to purchase certain products. Without proper analysis, marketing efforts may not reach the right audience, leading to reduced sales and customer engagement.</a:t>
            </a:r>
            <a:endParaRPr lang="en-IN" sz="4000" b="1" dirty="0">
              <a:solidFill>
                <a:schemeClr val="accent2">
                  <a:lumMod val="75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2931160" cy="2931160"/>
            <a:chOff x="0" y="0"/>
            <a:chExt cx="2931160" cy="2931160"/>
          </a:xfrm>
        </p:grpSpPr>
        <p:sp>
          <p:nvSpPr>
            <p:cNvPr id="3" name="object 3"/>
            <p:cNvSpPr/>
            <p:nvPr/>
          </p:nvSpPr>
          <p:spPr>
            <a:xfrm>
              <a:off x="0" y="0"/>
              <a:ext cx="2931160" cy="2931160"/>
            </a:xfrm>
            <a:custGeom>
              <a:avLst/>
              <a:gdLst/>
              <a:ahLst/>
              <a:cxnLst/>
              <a:rect l="l" t="t" r="r" b="b"/>
              <a:pathLst>
                <a:path w="2931160" h="2931160">
                  <a:moveTo>
                    <a:pt x="2931121" y="0"/>
                  </a:moveTo>
                  <a:lnTo>
                    <a:pt x="0" y="0"/>
                  </a:lnTo>
                  <a:lnTo>
                    <a:pt x="0" y="2931121"/>
                  </a:lnTo>
                  <a:lnTo>
                    <a:pt x="2931121" y="0"/>
                  </a:lnTo>
                  <a:close/>
                </a:path>
              </a:pathLst>
            </a:custGeom>
            <a:solidFill>
              <a:srgbClr val="FFC62F"/>
            </a:solidFill>
          </p:spPr>
          <p:txBody>
            <a:bodyPr wrap="square" lIns="0" tIns="0" rIns="0" bIns="0" rtlCol="0"/>
            <a:lstStyle/>
            <a:p/>
          </p:txBody>
        </p:sp>
        <p:sp>
          <p:nvSpPr>
            <p:cNvPr id="4" name="object 4"/>
            <p:cNvSpPr/>
            <p:nvPr/>
          </p:nvSpPr>
          <p:spPr>
            <a:xfrm>
              <a:off x="0" y="0"/>
              <a:ext cx="1651000" cy="1651000"/>
            </a:xfrm>
            <a:custGeom>
              <a:avLst/>
              <a:gdLst/>
              <a:ahLst/>
              <a:cxnLst/>
              <a:rect l="l" t="t" r="r" b="b"/>
              <a:pathLst>
                <a:path w="1651000" h="1651000">
                  <a:moveTo>
                    <a:pt x="1650770" y="0"/>
                  </a:moveTo>
                  <a:lnTo>
                    <a:pt x="0" y="0"/>
                  </a:lnTo>
                  <a:lnTo>
                    <a:pt x="0" y="1650770"/>
                  </a:lnTo>
                  <a:lnTo>
                    <a:pt x="1650770" y="0"/>
                  </a:lnTo>
                  <a:close/>
                </a:path>
              </a:pathLst>
            </a:custGeom>
            <a:solidFill>
              <a:srgbClr val="002972"/>
            </a:solidFill>
          </p:spPr>
          <p:txBody>
            <a:bodyPr wrap="square" lIns="0" tIns="0" rIns="0" bIns="0" rtlCol="0"/>
            <a:lstStyle/>
            <a:p/>
          </p:txBody>
        </p:sp>
      </p:grpSp>
      <p:grpSp>
        <p:nvGrpSpPr>
          <p:cNvPr id="5" name="object 5"/>
          <p:cNvGrpSpPr/>
          <p:nvPr/>
        </p:nvGrpSpPr>
        <p:grpSpPr>
          <a:xfrm>
            <a:off x="15347103" y="7346101"/>
            <a:ext cx="2941320" cy="2941320"/>
            <a:chOff x="15347103" y="7346101"/>
            <a:chExt cx="2941320" cy="2941320"/>
          </a:xfrm>
        </p:grpSpPr>
        <p:sp>
          <p:nvSpPr>
            <p:cNvPr id="6" name="object 6"/>
            <p:cNvSpPr/>
            <p:nvPr/>
          </p:nvSpPr>
          <p:spPr>
            <a:xfrm>
              <a:off x="15347103" y="7346101"/>
              <a:ext cx="2941320" cy="2941320"/>
            </a:xfrm>
            <a:custGeom>
              <a:avLst/>
              <a:gdLst/>
              <a:ahLst/>
              <a:cxnLst/>
              <a:rect l="l" t="t" r="r" b="b"/>
              <a:pathLst>
                <a:path w="2941319" h="2941320">
                  <a:moveTo>
                    <a:pt x="0" y="2940897"/>
                  </a:moveTo>
                  <a:lnTo>
                    <a:pt x="2940897" y="2940897"/>
                  </a:lnTo>
                  <a:lnTo>
                    <a:pt x="2940897" y="0"/>
                  </a:lnTo>
                  <a:lnTo>
                    <a:pt x="0" y="2940897"/>
                  </a:lnTo>
                  <a:close/>
                </a:path>
              </a:pathLst>
            </a:custGeom>
            <a:solidFill>
              <a:srgbClr val="FFC62F"/>
            </a:solidFill>
          </p:spPr>
          <p:txBody>
            <a:bodyPr wrap="square" lIns="0" tIns="0" rIns="0" bIns="0" rtlCol="0"/>
            <a:lstStyle/>
            <a:p/>
          </p:txBody>
        </p:sp>
        <p:sp>
          <p:nvSpPr>
            <p:cNvPr id="7" name="object 7"/>
            <p:cNvSpPr/>
            <p:nvPr/>
          </p:nvSpPr>
          <p:spPr>
            <a:xfrm>
              <a:off x="16627454" y="8626452"/>
              <a:ext cx="1661160" cy="1661160"/>
            </a:xfrm>
            <a:custGeom>
              <a:avLst/>
              <a:gdLst/>
              <a:ahLst/>
              <a:cxnLst/>
              <a:rect l="l" t="t" r="r" b="b"/>
              <a:pathLst>
                <a:path w="1661159" h="1661159">
                  <a:moveTo>
                    <a:pt x="0" y="1660546"/>
                  </a:moveTo>
                  <a:lnTo>
                    <a:pt x="1660547" y="1660546"/>
                  </a:lnTo>
                  <a:lnTo>
                    <a:pt x="1660547" y="0"/>
                  </a:lnTo>
                  <a:lnTo>
                    <a:pt x="0" y="1660546"/>
                  </a:lnTo>
                  <a:close/>
                </a:path>
              </a:pathLst>
            </a:custGeom>
            <a:solidFill>
              <a:srgbClr val="002972"/>
            </a:solidFill>
          </p:spPr>
          <p:txBody>
            <a:bodyPr wrap="square" lIns="0" tIns="0" rIns="0" bIns="0" rtlCol="0"/>
            <a:lstStyle/>
            <a:p/>
          </p:txBody>
        </p:sp>
      </p:grpSp>
      <p:pic>
        <p:nvPicPr>
          <p:cNvPr id="8" name="object 8"/>
          <p:cNvPicPr/>
          <p:nvPr/>
        </p:nvPicPr>
        <p:blipFill>
          <a:blip r:embed="rId1" cstate="print"/>
          <a:stretch>
            <a:fillRect/>
          </a:stretch>
        </p:blipFill>
        <p:spPr>
          <a:xfrm>
            <a:off x="610204" y="9567953"/>
            <a:ext cx="109780" cy="109780"/>
          </a:xfrm>
          <a:prstGeom prst="rect">
            <a:avLst/>
          </a:prstGeom>
        </p:spPr>
      </p:pic>
      <p:pic>
        <p:nvPicPr>
          <p:cNvPr id="9" name="object 9"/>
          <p:cNvPicPr/>
          <p:nvPr/>
        </p:nvPicPr>
        <p:blipFill>
          <a:blip r:embed="rId2" cstate="print"/>
          <a:stretch>
            <a:fillRect/>
          </a:stretch>
        </p:blipFill>
        <p:spPr>
          <a:xfrm>
            <a:off x="610204" y="9148825"/>
            <a:ext cx="109780" cy="109780"/>
          </a:xfrm>
          <a:prstGeom prst="rect">
            <a:avLst/>
          </a:prstGeom>
        </p:spPr>
      </p:pic>
      <p:pic>
        <p:nvPicPr>
          <p:cNvPr id="10" name="object 10"/>
          <p:cNvPicPr/>
          <p:nvPr/>
        </p:nvPicPr>
        <p:blipFill>
          <a:blip r:embed="rId3" cstate="print"/>
          <a:stretch>
            <a:fillRect/>
          </a:stretch>
        </p:blipFill>
        <p:spPr>
          <a:xfrm>
            <a:off x="610205" y="8729673"/>
            <a:ext cx="109779" cy="109780"/>
          </a:xfrm>
          <a:prstGeom prst="rect">
            <a:avLst/>
          </a:prstGeom>
        </p:spPr>
      </p:pic>
      <p:pic>
        <p:nvPicPr>
          <p:cNvPr id="11" name="object 11"/>
          <p:cNvPicPr/>
          <p:nvPr/>
        </p:nvPicPr>
        <p:blipFill>
          <a:blip r:embed="rId3" cstate="print"/>
          <a:stretch>
            <a:fillRect/>
          </a:stretch>
        </p:blipFill>
        <p:spPr>
          <a:xfrm>
            <a:off x="610205" y="8310558"/>
            <a:ext cx="109779" cy="109780"/>
          </a:xfrm>
          <a:prstGeom prst="rect">
            <a:avLst/>
          </a:prstGeom>
        </p:spPr>
      </p:pic>
      <p:pic>
        <p:nvPicPr>
          <p:cNvPr id="12" name="object 12"/>
          <p:cNvPicPr/>
          <p:nvPr/>
        </p:nvPicPr>
        <p:blipFill>
          <a:blip r:embed="rId3" cstate="print"/>
          <a:stretch>
            <a:fillRect/>
          </a:stretch>
        </p:blipFill>
        <p:spPr>
          <a:xfrm>
            <a:off x="610205" y="7891430"/>
            <a:ext cx="109779" cy="109780"/>
          </a:xfrm>
          <a:prstGeom prst="rect">
            <a:avLst/>
          </a:prstGeom>
        </p:spPr>
      </p:pic>
      <p:pic>
        <p:nvPicPr>
          <p:cNvPr id="13" name="object 13"/>
          <p:cNvPicPr/>
          <p:nvPr/>
        </p:nvPicPr>
        <p:blipFill>
          <a:blip r:embed="rId4" cstate="print"/>
          <a:stretch>
            <a:fillRect/>
          </a:stretch>
        </p:blipFill>
        <p:spPr>
          <a:xfrm>
            <a:off x="610203" y="7472302"/>
            <a:ext cx="109780" cy="109780"/>
          </a:xfrm>
          <a:prstGeom prst="rect">
            <a:avLst/>
          </a:prstGeom>
        </p:spPr>
      </p:pic>
      <p:pic>
        <p:nvPicPr>
          <p:cNvPr id="14" name="object 14"/>
          <p:cNvPicPr/>
          <p:nvPr/>
        </p:nvPicPr>
        <p:blipFill>
          <a:blip r:embed="rId5" cstate="print"/>
          <a:stretch>
            <a:fillRect/>
          </a:stretch>
        </p:blipFill>
        <p:spPr>
          <a:xfrm>
            <a:off x="971592" y="9567953"/>
            <a:ext cx="109780" cy="109780"/>
          </a:xfrm>
          <a:prstGeom prst="rect">
            <a:avLst/>
          </a:prstGeom>
        </p:spPr>
      </p:pic>
      <p:pic>
        <p:nvPicPr>
          <p:cNvPr id="15" name="object 15"/>
          <p:cNvPicPr/>
          <p:nvPr/>
        </p:nvPicPr>
        <p:blipFill>
          <a:blip r:embed="rId6" cstate="print"/>
          <a:stretch>
            <a:fillRect/>
          </a:stretch>
        </p:blipFill>
        <p:spPr>
          <a:xfrm>
            <a:off x="971641" y="9148822"/>
            <a:ext cx="109782" cy="109783"/>
          </a:xfrm>
          <a:prstGeom prst="rect">
            <a:avLst/>
          </a:prstGeom>
        </p:spPr>
      </p:pic>
      <p:pic>
        <p:nvPicPr>
          <p:cNvPr id="16" name="object 16"/>
          <p:cNvPicPr/>
          <p:nvPr/>
        </p:nvPicPr>
        <p:blipFill>
          <a:blip r:embed="rId7" cstate="print"/>
          <a:stretch>
            <a:fillRect/>
          </a:stretch>
        </p:blipFill>
        <p:spPr>
          <a:xfrm>
            <a:off x="971592" y="8729673"/>
            <a:ext cx="109780" cy="109780"/>
          </a:xfrm>
          <a:prstGeom prst="rect">
            <a:avLst/>
          </a:prstGeom>
        </p:spPr>
      </p:pic>
      <p:pic>
        <p:nvPicPr>
          <p:cNvPr id="17" name="object 17"/>
          <p:cNvPicPr/>
          <p:nvPr/>
        </p:nvPicPr>
        <p:blipFill>
          <a:blip r:embed="rId7" cstate="print"/>
          <a:stretch>
            <a:fillRect/>
          </a:stretch>
        </p:blipFill>
        <p:spPr>
          <a:xfrm>
            <a:off x="971592" y="8310558"/>
            <a:ext cx="109780" cy="109780"/>
          </a:xfrm>
          <a:prstGeom prst="rect">
            <a:avLst/>
          </a:prstGeom>
        </p:spPr>
      </p:pic>
      <p:pic>
        <p:nvPicPr>
          <p:cNvPr id="18" name="object 18"/>
          <p:cNvPicPr/>
          <p:nvPr/>
        </p:nvPicPr>
        <p:blipFill>
          <a:blip r:embed="rId8" cstate="print"/>
          <a:stretch>
            <a:fillRect/>
          </a:stretch>
        </p:blipFill>
        <p:spPr>
          <a:xfrm>
            <a:off x="971641" y="7891427"/>
            <a:ext cx="109782" cy="109784"/>
          </a:xfrm>
          <a:prstGeom prst="rect">
            <a:avLst/>
          </a:prstGeom>
        </p:spPr>
      </p:pic>
      <p:pic>
        <p:nvPicPr>
          <p:cNvPr id="19" name="object 19"/>
          <p:cNvPicPr/>
          <p:nvPr/>
        </p:nvPicPr>
        <p:blipFill>
          <a:blip r:embed="rId9" cstate="print"/>
          <a:stretch>
            <a:fillRect/>
          </a:stretch>
        </p:blipFill>
        <p:spPr>
          <a:xfrm>
            <a:off x="971640" y="7472299"/>
            <a:ext cx="109782" cy="109783"/>
          </a:xfrm>
          <a:prstGeom prst="rect">
            <a:avLst/>
          </a:prstGeom>
        </p:spPr>
      </p:pic>
      <p:pic>
        <p:nvPicPr>
          <p:cNvPr id="20" name="object 20"/>
          <p:cNvPicPr/>
          <p:nvPr/>
        </p:nvPicPr>
        <p:blipFill>
          <a:blip r:embed="rId10" cstate="print"/>
          <a:stretch>
            <a:fillRect/>
          </a:stretch>
        </p:blipFill>
        <p:spPr>
          <a:xfrm>
            <a:off x="1332967" y="9567953"/>
            <a:ext cx="109780" cy="109779"/>
          </a:xfrm>
          <a:prstGeom prst="rect">
            <a:avLst/>
          </a:prstGeom>
        </p:spPr>
      </p:pic>
      <p:pic>
        <p:nvPicPr>
          <p:cNvPr id="21" name="object 21"/>
          <p:cNvPicPr/>
          <p:nvPr/>
        </p:nvPicPr>
        <p:blipFill>
          <a:blip r:embed="rId11" cstate="print"/>
          <a:stretch>
            <a:fillRect/>
          </a:stretch>
        </p:blipFill>
        <p:spPr>
          <a:xfrm>
            <a:off x="1332967" y="9148825"/>
            <a:ext cx="109780" cy="109780"/>
          </a:xfrm>
          <a:prstGeom prst="rect">
            <a:avLst/>
          </a:prstGeom>
        </p:spPr>
      </p:pic>
      <p:pic>
        <p:nvPicPr>
          <p:cNvPr id="22" name="object 22"/>
          <p:cNvPicPr/>
          <p:nvPr/>
        </p:nvPicPr>
        <p:blipFill>
          <a:blip r:embed="rId12" cstate="print"/>
          <a:stretch>
            <a:fillRect/>
          </a:stretch>
        </p:blipFill>
        <p:spPr>
          <a:xfrm>
            <a:off x="1332968" y="8729674"/>
            <a:ext cx="109779" cy="109778"/>
          </a:xfrm>
          <a:prstGeom prst="rect">
            <a:avLst/>
          </a:prstGeom>
        </p:spPr>
      </p:pic>
      <p:pic>
        <p:nvPicPr>
          <p:cNvPr id="23" name="object 23"/>
          <p:cNvPicPr/>
          <p:nvPr/>
        </p:nvPicPr>
        <p:blipFill>
          <a:blip r:embed="rId12" cstate="print"/>
          <a:stretch>
            <a:fillRect/>
          </a:stretch>
        </p:blipFill>
        <p:spPr>
          <a:xfrm>
            <a:off x="1332968" y="8310558"/>
            <a:ext cx="109779" cy="109779"/>
          </a:xfrm>
          <a:prstGeom prst="rect">
            <a:avLst/>
          </a:prstGeom>
        </p:spPr>
      </p:pic>
      <p:pic>
        <p:nvPicPr>
          <p:cNvPr id="24" name="object 24"/>
          <p:cNvPicPr/>
          <p:nvPr/>
        </p:nvPicPr>
        <p:blipFill>
          <a:blip r:embed="rId12" cstate="print"/>
          <a:stretch>
            <a:fillRect/>
          </a:stretch>
        </p:blipFill>
        <p:spPr>
          <a:xfrm>
            <a:off x="1332968" y="7891431"/>
            <a:ext cx="109779" cy="109779"/>
          </a:xfrm>
          <a:prstGeom prst="rect">
            <a:avLst/>
          </a:prstGeom>
        </p:spPr>
      </p:pic>
      <p:pic>
        <p:nvPicPr>
          <p:cNvPr id="25" name="object 25"/>
          <p:cNvPicPr/>
          <p:nvPr/>
        </p:nvPicPr>
        <p:blipFill>
          <a:blip r:embed="rId13" cstate="print"/>
          <a:stretch>
            <a:fillRect/>
          </a:stretch>
        </p:blipFill>
        <p:spPr>
          <a:xfrm>
            <a:off x="1332967" y="7472303"/>
            <a:ext cx="109781" cy="109780"/>
          </a:xfrm>
          <a:prstGeom prst="rect">
            <a:avLst/>
          </a:prstGeom>
        </p:spPr>
      </p:pic>
      <p:pic>
        <p:nvPicPr>
          <p:cNvPr id="26" name="object 26"/>
          <p:cNvPicPr/>
          <p:nvPr/>
        </p:nvPicPr>
        <p:blipFill>
          <a:blip r:embed="rId14" cstate="print"/>
          <a:stretch>
            <a:fillRect/>
          </a:stretch>
        </p:blipFill>
        <p:spPr>
          <a:xfrm>
            <a:off x="16840804" y="2700428"/>
            <a:ext cx="109780" cy="109780"/>
          </a:xfrm>
          <a:prstGeom prst="rect">
            <a:avLst/>
          </a:prstGeom>
        </p:spPr>
      </p:pic>
      <p:pic>
        <p:nvPicPr>
          <p:cNvPr id="27" name="object 27"/>
          <p:cNvPicPr/>
          <p:nvPr/>
        </p:nvPicPr>
        <p:blipFill>
          <a:blip r:embed="rId2" cstate="print"/>
          <a:stretch>
            <a:fillRect/>
          </a:stretch>
        </p:blipFill>
        <p:spPr>
          <a:xfrm>
            <a:off x="16840804" y="2281301"/>
            <a:ext cx="109780" cy="109780"/>
          </a:xfrm>
          <a:prstGeom prst="rect">
            <a:avLst/>
          </a:prstGeom>
        </p:spPr>
      </p:pic>
      <p:pic>
        <p:nvPicPr>
          <p:cNvPr id="28" name="object 28"/>
          <p:cNvPicPr/>
          <p:nvPr/>
        </p:nvPicPr>
        <p:blipFill>
          <a:blip r:embed="rId3" cstate="print"/>
          <a:stretch>
            <a:fillRect/>
          </a:stretch>
        </p:blipFill>
        <p:spPr>
          <a:xfrm>
            <a:off x="16840804" y="1862148"/>
            <a:ext cx="109779" cy="109780"/>
          </a:xfrm>
          <a:prstGeom prst="rect">
            <a:avLst/>
          </a:prstGeom>
        </p:spPr>
      </p:pic>
      <p:pic>
        <p:nvPicPr>
          <p:cNvPr id="29" name="object 29"/>
          <p:cNvPicPr/>
          <p:nvPr/>
        </p:nvPicPr>
        <p:blipFill>
          <a:blip r:embed="rId3" cstate="print"/>
          <a:stretch>
            <a:fillRect/>
          </a:stretch>
        </p:blipFill>
        <p:spPr>
          <a:xfrm>
            <a:off x="16840804" y="1443033"/>
            <a:ext cx="109779" cy="109780"/>
          </a:xfrm>
          <a:prstGeom prst="rect">
            <a:avLst/>
          </a:prstGeom>
        </p:spPr>
      </p:pic>
      <p:pic>
        <p:nvPicPr>
          <p:cNvPr id="30" name="object 30"/>
          <p:cNvPicPr/>
          <p:nvPr/>
        </p:nvPicPr>
        <p:blipFill>
          <a:blip r:embed="rId15" cstate="print"/>
          <a:stretch>
            <a:fillRect/>
          </a:stretch>
        </p:blipFill>
        <p:spPr>
          <a:xfrm>
            <a:off x="16840804" y="1023906"/>
            <a:ext cx="109779" cy="109780"/>
          </a:xfrm>
          <a:prstGeom prst="rect">
            <a:avLst/>
          </a:prstGeom>
        </p:spPr>
      </p:pic>
      <p:pic>
        <p:nvPicPr>
          <p:cNvPr id="31" name="object 31"/>
          <p:cNvPicPr/>
          <p:nvPr/>
        </p:nvPicPr>
        <p:blipFill>
          <a:blip r:embed="rId16" cstate="print"/>
          <a:stretch>
            <a:fillRect/>
          </a:stretch>
        </p:blipFill>
        <p:spPr>
          <a:xfrm>
            <a:off x="16840803" y="604778"/>
            <a:ext cx="109780" cy="109780"/>
          </a:xfrm>
          <a:prstGeom prst="rect">
            <a:avLst/>
          </a:prstGeom>
        </p:spPr>
      </p:pic>
      <p:pic>
        <p:nvPicPr>
          <p:cNvPr id="32" name="object 32"/>
          <p:cNvPicPr/>
          <p:nvPr/>
        </p:nvPicPr>
        <p:blipFill>
          <a:blip r:embed="rId2" cstate="print"/>
          <a:stretch>
            <a:fillRect/>
          </a:stretch>
        </p:blipFill>
        <p:spPr>
          <a:xfrm>
            <a:off x="17202191" y="2700428"/>
            <a:ext cx="109780" cy="109780"/>
          </a:xfrm>
          <a:prstGeom prst="rect">
            <a:avLst/>
          </a:prstGeom>
        </p:spPr>
      </p:pic>
      <p:pic>
        <p:nvPicPr>
          <p:cNvPr id="33" name="object 33"/>
          <p:cNvPicPr/>
          <p:nvPr/>
        </p:nvPicPr>
        <p:blipFill>
          <a:blip r:embed="rId17" cstate="print"/>
          <a:stretch>
            <a:fillRect/>
          </a:stretch>
        </p:blipFill>
        <p:spPr>
          <a:xfrm>
            <a:off x="17202239" y="2281297"/>
            <a:ext cx="109782" cy="109783"/>
          </a:xfrm>
          <a:prstGeom prst="rect">
            <a:avLst/>
          </a:prstGeom>
        </p:spPr>
      </p:pic>
      <p:pic>
        <p:nvPicPr>
          <p:cNvPr id="34" name="object 34"/>
          <p:cNvPicPr/>
          <p:nvPr/>
        </p:nvPicPr>
        <p:blipFill>
          <a:blip r:embed="rId7" cstate="print"/>
          <a:stretch>
            <a:fillRect/>
          </a:stretch>
        </p:blipFill>
        <p:spPr>
          <a:xfrm>
            <a:off x="17202191" y="1862148"/>
            <a:ext cx="109780" cy="109780"/>
          </a:xfrm>
          <a:prstGeom prst="rect">
            <a:avLst/>
          </a:prstGeom>
        </p:spPr>
      </p:pic>
      <p:pic>
        <p:nvPicPr>
          <p:cNvPr id="35" name="object 35"/>
          <p:cNvPicPr/>
          <p:nvPr/>
        </p:nvPicPr>
        <p:blipFill>
          <a:blip r:embed="rId7" cstate="print"/>
          <a:stretch>
            <a:fillRect/>
          </a:stretch>
        </p:blipFill>
        <p:spPr>
          <a:xfrm>
            <a:off x="17202191" y="1443033"/>
            <a:ext cx="109780" cy="109780"/>
          </a:xfrm>
          <a:prstGeom prst="rect">
            <a:avLst/>
          </a:prstGeom>
        </p:spPr>
      </p:pic>
      <p:pic>
        <p:nvPicPr>
          <p:cNvPr id="36" name="object 36"/>
          <p:cNvPicPr/>
          <p:nvPr/>
        </p:nvPicPr>
        <p:blipFill>
          <a:blip r:embed="rId18" cstate="print"/>
          <a:stretch>
            <a:fillRect/>
          </a:stretch>
        </p:blipFill>
        <p:spPr>
          <a:xfrm>
            <a:off x="17202239" y="1023902"/>
            <a:ext cx="109782" cy="109784"/>
          </a:xfrm>
          <a:prstGeom prst="rect">
            <a:avLst/>
          </a:prstGeom>
        </p:spPr>
      </p:pic>
      <p:pic>
        <p:nvPicPr>
          <p:cNvPr id="37" name="object 37"/>
          <p:cNvPicPr/>
          <p:nvPr/>
        </p:nvPicPr>
        <p:blipFill>
          <a:blip r:embed="rId9" cstate="print"/>
          <a:stretch>
            <a:fillRect/>
          </a:stretch>
        </p:blipFill>
        <p:spPr>
          <a:xfrm>
            <a:off x="17202239" y="604775"/>
            <a:ext cx="109782" cy="109783"/>
          </a:xfrm>
          <a:prstGeom prst="rect">
            <a:avLst/>
          </a:prstGeom>
        </p:spPr>
      </p:pic>
      <p:pic>
        <p:nvPicPr>
          <p:cNvPr id="38" name="object 38"/>
          <p:cNvPicPr/>
          <p:nvPr/>
        </p:nvPicPr>
        <p:blipFill>
          <a:blip r:embed="rId19" cstate="print"/>
          <a:stretch>
            <a:fillRect/>
          </a:stretch>
        </p:blipFill>
        <p:spPr>
          <a:xfrm>
            <a:off x="17563566" y="2700429"/>
            <a:ext cx="109780" cy="109779"/>
          </a:xfrm>
          <a:prstGeom prst="rect">
            <a:avLst/>
          </a:prstGeom>
        </p:spPr>
      </p:pic>
      <p:pic>
        <p:nvPicPr>
          <p:cNvPr id="39" name="object 39"/>
          <p:cNvPicPr/>
          <p:nvPr/>
        </p:nvPicPr>
        <p:blipFill>
          <a:blip r:embed="rId20" cstate="print"/>
          <a:stretch>
            <a:fillRect/>
          </a:stretch>
        </p:blipFill>
        <p:spPr>
          <a:xfrm>
            <a:off x="17563566" y="2281301"/>
            <a:ext cx="109780" cy="109780"/>
          </a:xfrm>
          <a:prstGeom prst="rect">
            <a:avLst/>
          </a:prstGeom>
        </p:spPr>
      </p:pic>
      <p:pic>
        <p:nvPicPr>
          <p:cNvPr id="40" name="object 40"/>
          <p:cNvPicPr/>
          <p:nvPr/>
        </p:nvPicPr>
        <p:blipFill>
          <a:blip r:embed="rId12" cstate="print"/>
          <a:stretch>
            <a:fillRect/>
          </a:stretch>
        </p:blipFill>
        <p:spPr>
          <a:xfrm>
            <a:off x="17563568" y="1862149"/>
            <a:ext cx="109779" cy="109778"/>
          </a:xfrm>
          <a:prstGeom prst="rect">
            <a:avLst/>
          </a:prstGeom>
        </p:spPr>
      </p:pic>
      <p:pic>
        <p:nvPicPr>
          <p:cNvPr id="41" name="object 41"/>
          <p:cNvPicPr/>
          <p:nvPr/>
        </p:nvPicPr>
        <p:blipFill>
          <a:blip r:embed="rId12" cstate="print"/>
          <a:stretch>
            <a:fillRect/>
          </a:stretch>
        </p:blipFill>
        <p:spPr>
          <a:xfrm>
            <a:off x="17563568" y="1443034"/>
            <a:ext cx="109779" cy="109779"/>
          </a:xfrm>
          <a:prstGeom prst="rect">
            <a:avLst/>
          </a:prstGeom>
        </p:spPr>
      </p:pic>
      <p:pic>
        <p:nvPicPr>
          <p:cNvPr id="42" name="object 42"/>
          <p:cNvPicPr/>
          <p:nvPr/>
        </p:nvPicPr>
        <p:blipFill>
          <a:blip r:embed="rId12" cstate="print"/>
          <a:stretch>
            <a:fillRect/>
          </a:stretch>
        </p:blipFill>
        <p:spPr>
          <a:xfrm>
            <a:off x="17563568" y="1023906"/>
            <a:ext cx="109779" cy="109779"/>
          </a:xfrm>
          <a:prstGeom prst="rect">
            <a:avLst/>
          </a:prstGeom>
        </p:spPr>
      </p:pic>
      <p:pic>
        <p:nvPicPr>
          <p:cNvPr id="43" name="object 43"/>
          <p:cNvPicPr/>
          <p:nvPr/>
        </p:nvPicPr>
        <p:blipFill>
          <a:blip r:embed="rId21" cstate="print"/>
          <a:stretch>
            <a:fillRect/>
          </a:stretch>
        </p:blipFill>
        <p:spPr>
          <a:xfrm>
            <a:off x="17563566" y="604779"/>
            <a:ext cx="109781" cy="109780"/>
          </a:xfrm>
          <a:prstGeom prst="rect">
            <a:avLst/>
          </a:prstGeom>
        </p:spPr>
      </p:pic>
      <p:sp>
        <p:nvSpPr>
          <p:cNvPr id="44" name="object 44"/>
          <p:cNvSpPr txBox="1">
            <a:spLocks noGrp="1"/>
          </p:cNvSpPr>
          <p:nvPr>
            <p:ph type="ctrTitle"/>
          </p:nvPr>
        </p:nvSpPr>
        <p:spPr>
          <a:prstGeom prst="rect">
            <a:avLst/>
          </a:prstGeom>
        </p:spPr>
        <p:txBody>
          <a:bodyPr vert="horz" wrap="square" lIns="0" tIns="105288" rIns="0" bIns="0" rtlCol="0">
            <a:spAutoFit/>
          </a:bodyPr>
          <a:lstStyle/>
          <a:p>
            <a:pPr marL="800100">
              <a:lnSpc>
                <a:spcPct val="100000"/>
              </a:lnSpc>
              <a:spcBef>
                <a:spcPts val="100"/>
              </a:spcBef>
            </a:pPr>
            <a:r>
              <a:rPr spc="250" dirty="0"/>
              <a:t>OBJECTIVES</a:t>
            </a:r>
            <a:endParaRPr spc="250" dirty="0"/>
          </a:p>
        </p:txBody>
      </p:sp>
      <p:sp>
        <p:nvSpPr>
          <p:cNvPr id="45" name="object 45"/>
          <p:cNvSpPr txBox="1"/>
          <p:nvPr/>
        </p:nvSpPr>
        <p:spPr>
          <a:xfrm>
            <a:off x="3355897" y="4204263"/>
            <a:ext cx="12352531" cy="3375283"/>
          </a:xfrm>
          <a:prstGeom prst="rect">
            <a:avLst/>
          </a:prstGeom>
        </p:spPr>
        <p:txBody>
          <a:bodyPr vert="horz" wrap="square" lIns="0" tIns="12700" rIns="0" bIns="0" rtlCol="0">
            <a:spAutoFit/>
          </a:bodyPr>
          <a:lstStyle/>
          <a:p>
            <a:pPr marL="584200" indent="-571500">
              <a:lnSpc>
                <a:spcPct val="100000"/>
              </a:lnSpc>
              <a:spcBef>
                <a:spcPts val="100"/>
              </a:spcBef>
              <a:buFont typeface="Wingdings" panose="05000000000000000000" pitchFamily="2" charset="2"/>
              <a:buChar char="Ø"/>
            </a:pPr>
            <a:r>
              <a:rPr lang="en-US" sz="3600" b="1" dirty="0">
                <a:solidFill>
                  <a:schemeClr val="accent2">
                    <a:lumMod val="75000"/>
                  </a:schemeClr>
                </a:solidFill>
                <a:latin typeface="Tahoma" panose="020B0604030504040204"/>
                <a:cs typeface="Tahoma" panose="020B0604030504040204"/>
              </a:rPr>
              <a:t>To analyze customer buying behavior based on age</a:t>
            </a:r>
            <a:endParaRPr lang="en-US" sz="3600" b="1" dirty="0">
              <a:solidFill>
                <a:schemeClr val="accent2">
                  <a:lumMod val="75000"/>
                </a:schemeClr>
              </a:solidFill>
              <a:latin typeface="Tahoma" panose="020B0604030504040204"/>
              <a:cs typeface="Tahoma" panose="020B0604030504040204"/>
            </a:endParaRPr>
          </a:p>
          <a:p>
            <a:pPr marL="584200" indent="-571500">
              <a:lnSpc>
                <a:spcPct val="100000"/>
              </a:lnSpc>
              <a:spcBef>
                <a:spcPts val="100"/>
              </a:spcBef>
              <a:buFont typeface="Wingdings" panose="05000000000000000000" pitchFamily="2" charset="2"/>
              <a:buChar char="Ø"/>
            </a:pPr>
            <a:r>
              <a:rPr lang="en-US" sz="3600" b="1" dirty="0">
                <a:solidFill>
                  <a:schemeClr val="accent2">
                    <a:lumMod val="75000"/>
                  </a:schemeClr>
                </a:solidFill>
                <a:latin typeface="Tahoma" panose="020B0604030504040204"/>
                <a:cs typeface="Tahoma" panose="020B0604030504040204"/>
              </a:rPr>
              <a:t>To identify high-purchasing age groups</a:t>
            </a:r>
            <a:endParaRPr lang="en-US" sz="3600" b="1" dirty="0">
              <a:solidFill>
                <a:schemeClr val="accent2">
                  <a:lumMod val="75000"/>
                </a:schemeClr>
              </a:solidFill>
              <a:latin typeface="Tahoma" panose="020B0604030504040204"/>
              <a:cs typeface="Tahoma" panose="020B0604030504040204"/>
            </a:endParaRPr>
          </a:p>
          <a:p>
            <a:pPr marL="584200" indent="-571500">
              <a:lnSpc>
                <a:spcPct val="100000"/>
              </a:lnSpc>
              <a:spcBef>
                <a:spcPts val="100"/>
              </a:spcBef>
              <a:buFont typeface="Wingdings" panose="05000000000000000000" pitchFamily="2" charset="2"/>
              <a:buChar char="Ø"/>
            </a:pPr>
            <a:r>
              <a:rPr lang="en-US" sz="3600" b="1" dirty="0">
                <a:solidFill>
                  <a:schemeClr val="accent2">
                    <a:lumMod val="75000"/>
                  </a:schemeClr>
                </a:solidFill>
                <a:latin typeface="Tahoma" panose="020B0604030504040204"/>
                <a:cs typeface="Tahoma" panose="020B0604030504040204"/>
              </a:rPr>
              <a:t>To study product preferences among different age categories</a:t>
            </a:r>
            <a:endParaRPr lang="en-US" sz="3600" b="1" dirty="0">
              <a:solidFill>
                <a:schemeClr val="accent2">
                  <a:lumMod val="75000"/>
                </a:schemeClr>
              </a:solidFill>
              <a:latin typeface="Tahoma" panose="020B0604030504040204"/>
              <a:cs typeface="Tahoma" panose="020B0604030504040204"/>
            </a:endParaRPr>
          </a:p>
          <a:p>
            <a:pPr marL="584200" indent="-571500">
              <a:lnSpc>
                <a:spcPct val="100000"/>
              </a:lnSpc>
              <a:spcBef>
                <a:spcPts val="100"/>
              </a:spcBef>
              <a:buFont typeface="Wingdings" panose="05000000000000000000" pitchFamily="2" charset="2"/>
              <a:buChar char="Ø"/>
            </a:pPr>
            <a:r>
              <a:rPr lang="en-US" sz="3600" b="1" dirty="0">
                <a:solidFill>
                  <a:schemeClr val="accent2">
                    <a:lumMod val="75000"/>
                  </a:schemeClr>
                </a:solidFill>
                <a:latin typeface="Tahoma" panose="020B0604030504040204"/>
                <a:cs typeface="Tahoma" panose="020B0604030504040204"/>
              </a:rPr>
              <a:t>To support decision-making in marketing strategies</a:t>
            </a:r>
            <a:endParaRPr sz="3600" b="1" dirty="0">
              <a:solidFill>
                <a:schemeClr val="accent2">
                  <a:lumMod val="75000"/>
                </a:schemeClr>
              </a:solidFill>
              <a:latin typeface="Tahoma" panose="020B0604030504040204"/>
              <a:cs typeface="Tahoma" panose="020B0604030504040204"/>
            </a:endParaRPr>
          </a:p>
        </p:txBody>
      </p:sp>
      <p:pic>
        <p:nvPicPr>
          <p:cNvPr id="46" name="object 46"/>
          <p:cNvPicPr/>
          <p:nvPr/>
        </p:nvPicPr>
        <p:blipFill>
          <a:blip r:embed="rId22" cstate="print"/>
          <a:stretch>
            <a:fillRect/>
          </a:stretch>
        </p:blipFill>
        <p:spPr>
          <a:xfrm>
            <a:off x="1926358" y="43199"/>
            <a:ext cx="2162174" cy="2162174"/>
          </a:xfrm>
          <a:prstGeom prst="rect">
            <a:avLst/>
          </a:prstGeom>
        </p:spPr>
      </p:pic>
      <p:pic>
        <p:nvPicPr>
          <p:cNvPr id="47" name="object 47"/>
          <p:cNvPicPr/>
          <p:nvPr/>
        </p:nvPicPr>
        <p:blipFill>
          <a:blip r:embed="rId23" cstate="print"/>
          <a:stretch>
            <a:fillRect/>
          </a:stretch>
        </p:blipFill>
        <p:spPr>
          <a:xfrm>
            <a:off x="13974985" y="0"/>
            <a:ext cx="2867024" cy="2815915"/>
          </a:xfrm>
          <a:prstGeom prst="rect">
            <a:avLst/>
          </a:prstGeom>
        </p:spPr>
      </p:pic>
      <p:pic>
        <p:nvPicPr>
          <p:cNvPr id="51" name="Picture 50"/>
          <p:cNvPicPr>
            <a:picLocks noChangeAspect="1"/>
          </p:cNvPicPr>
          <p:nvPr/>
        </p:nvPicPr>
        <p:blipFill>
          <a:blip r:embed="rId24"/>
          <a:stretch>
            <a:fillRect/>
          </a:stretch>
        </p:blipFill>
        <p:spPr>
          <a:xfrm>
            <a:off x="4571603" y="3329308"/>
            <a:ext cx="9144793" cy="8169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7323990"/>
            <a:ext cx="2963545" cy="2963545"/>
            <a:chOff x="0" y="7323990"/>
            <a:chExt cx="2963545" cy="2963545"/>
          </a:xfrm>
        </p:grpSpPr>
        <p:sp>
          <p:nvSpPr>
            <p:cNvPr id="3" name="object 3"/>
            <p:cNvSpPr/>
            <p:nvPr/>
          </p:nvSpPr>
          <p:spPr>
            <a:xfrm>
              <a:off x="0" y="7323990"/>
              <a:ext cx="2963545" cy="2963545"/>
            </a:xfrm>
            <a:custGeom>
              <a:avLst/>
              <a:gdLst/>
              <a:ahLst/>
              <a:cxnLst/>
              <a:rect l="l" t="t" r="r" b="b"/>
              <a:pathLst>
                <a:path w="2963545" h="2963545">
                  <a:moveTo>
                    <a:pt x="2963008" y="2963008"/>
                  </a:moveTo>
                  <a:lnTo>
                    <a:pt x="0" y="2963008"/>
                  </a:lnTo>
                  <a:lnTo>
                    <a:pt x="0" y="0"/>
                  </a:lnTo>
                  <a:lnTo>
                    <a:pt x="2963008" y="2963008"/>
                  </a:lnTo>
                  <a:close/>
                </a:path>
              </a:pathLst>
            </a:custGeom>
            <a:solidFill>
              <a:srgbClr val="FFC62F"/>
            </a:solidFill>
          </p:spPr>
          <p:txBody>
            <a:bodyPr wrap="square" lIns="0" tIns="0" rIns="0" bIns="0" rtlCol="0"/>
            <a:lstStyle/>
            <a:p/>
          </p:txBody>
        </p:sp>
        <p:sp>
          <p:nvSpPr>
            <p:cNvPr id="4" name="object 4"/>
            <p:cNvSpPr/>
            <p:nvPr/>
          </p:nvSpPr>
          <p:spPr>
            <a:xfrm>
              <a:off x="0" y="8604341"/>
              <a:ext cx="1682750" cy="1682750"/>
            </a:xfrm>
            <a:custGeom>
              <a:avLst/>
              <a:gdLst/>
              <a:ahLst/>
              <a:cxnLst/>
              <a:rect l="l" t="t" r="r" b="b"/>
              <a:pathLst>
                <a:path w="1682750" h="1682750">
                  <a:moveTo>
                    <a:pt x="1682658" y="1682658"/>
                  </a:moveTo>
                  <a:lnTo>
                    <a:pt x="0" y="1682658"/>
                  </a:lnTo>
                  <a:lnTo>
                    <a:pt x="0" y="0"/>
                  </a:lnTo>
                  <a:lnTo>
                    <a:pt x="1682658" y="1682658"/>
                  </a:lnTo>
                  <a:close/>
                </a:path>
              </a:pathLst>
            </a:custGeom>
            <a:solidFill>
              <a:srgbClr val="002972"/>
            </a:solidFill>
          </p:spPr>
          <p:txBody>
            <a:bodyPr wrap="square" lIns="0" tIns="0" rIns="0" bIns="0" rtlCol="0"/>
            <a:lstStyle/>
            <a:p/>
          </p:txBody>
        </p:sp>
      </p:grpSp>
      <p:grpSp>
        <p:nvGrpSpPr>
          <p:cNvPr id="5" name="object 5"/>
          <p:cNvGrpSpPr/>
          <p:nvPr/>
        </p:nvGrpSpPr>
        <p:grpSpPr>
          <a:xfrm>
            <a:off x="15258657" y="0"/>
            <a:ext cx="3029585" cy="3029585"/>
            <a:chOff x="15258657" y="0"/>
            <a:chExt cx="3029585" cy="3029585"/>
          </a:xfrm>
        </p:grpSpPr>
        <p:sp>
          <p:nvSpPr>
            <p:cNvPr id="6" name="object 6"/>
            <p:cNvSpPr/>
            <p:nvPr/>
          </p:nvSpPr>
          <p:spPr>
            <a:xfrm>
              <a:off x="15258657" y="0"/>
              <a:ext cx="3029585" cy="3029585"/>
            </a:xfrm>
            <a:custGeom>
              <a:avLst/>
              <a:gdLst/>
              <a:ahLst/>
              <a:cxnLst/>
              <a:rect l="l" t="t" r="r" b="b"/>
              <a:pathLst>
                <a:path w="3029584" h="3029585">
                  <a:moveTo>
                    <a:pt x="0" y="0"/>
                  </a:moveTo>
                  <a:lnTo>
                    <a:pt x="3029343" y="0"/>
                  </a:lnTo>
                  <a:lnTo>
                    <a:pt x="3029343" y="3029343"/>
                  </a:lnTo>
                  <a:lnTo>
                    <a:pt x="0" y="0"/>
                  </a:lnTo>
                  <a:close/>
                </a:path>
              </a:pathLst>
            </a:custGeom>
            <a:solidFill>
              <a:srgbClr val="FFC62F"/>
            </a:solidFill>
          </p:spPr>
          <p:txBody>
            <a:bodyPr wrap="square" lIns="0" tIns="0" rIns="0" bIns="0" rtlCol="0"/>
            <a:lstStyle/>
            <a:p/>
          </p:txBody>
        </p:sp>
        <p:sp>
          <p:nvSpPr>
            <p:cNvPr id="7" name="object 7"/>
            <p:cNvSpPr/>
            <p:nvPr/>
          </p:nvSpPr>
          <p:spPr>
            <a:xfrm>
              <a:off x="16539008" y="0"/>
              <a:ext cx="1749425" cy="1749425"/>
            </a:xfrm>
            <a:custGeom>
              <a:avLst/>
              <a:gdLst/>
              <a:ahLst/>
              <a:cxnLst/>
              <a:rect l="l" t="t" r="r" b="b"/>
              <a:pathLst>
                <a:path w="1749425" h="1749425">
                  <a:moveTo>
                    <a:pt x="0" y="0"/>
                  </a:moveTo>
                  <a:lnTo>
                    <a:pt x="1748992" y="0"/>
                  </a:lnTo>
                  <a:lnTo>
                    <a:pt x="1748992" y="1748992"/>
                  </a:lnTo>
                  <a:lnTo>
                    <a:pt x="0" y="0"/>
                  </a:lnTo>
                  <a:close/>
                </a:path>
              </a:pathLst>
            </a:custGeom>
            <a:solidFill>
              <a:srgbClr val="002972"/>
            </a:solidFill>
          </p:spPr>
          <p:txBody>
            <a:bodyPr wrap="square" lIns="0" tIns="0" rIns="0" bIns="0" rtlCol="0"/>
            <a:lstStyle/>
            <a:p/>
          </p:txBody>
        </p:sp>
      </p:grpSp>
      <p:pic>
        <p:nvPicPr>
          <p:cNvPr id="8" name="object 8"/>
          <p:cNvPicPr/>
          <p:nvPr/>
        </p:nvPicPr>
        <p:blipFill>
          <a:blip r:embed="rId1" cstate="print"/>
          <a:stretch>
            <a:fillRect/>
          </a:stretch>
        </p:blipFill>
        <p:spPr>
          <a:xfrm>
            <a:off x="610204" y="2700428"/>
            <a:ext cx="109780" cy="109780"/>
          </a:xfrm>
          <a:prstGeom prst="rect">
            <a:avLst/>
          </a:prstGeom>
        </p:spPr>
      </p:pic>
      <p:pic>
        <p:nvPicPr>
          <p:cNvPr id="9" name="object 9"/>
          <p:cNvPicPr/>
          <p:nvPr/>
        </p:nvPicPr>
        <p:blipFill>
          <a:blip r:embed="rId2" cstate="print"/>
          <a:stretch>
            <a:fillRect/>
          </a:stretch>
        </p:blipFill>
        <p:spPr>
          <a:xfrm>
            <a:off x="610204" y="2281301"/>
            <a:ext cx="109780" cy="109780"/>
          </a:xfrm>
          <a:prstGeom prst="rect">
            <a:avLst/>
          </a:prstGeom>
        </p:spPr>
      </p:pic>
      <p:pic>
        <p:nvPicPr>
          <p:cNvPr id="10" name="object 10"/>
          <p:cNvPicPr/>
          <p:nvPr/>
        </p:nvPicPr>
        <p:blipFill>
          <a:blip r:embed="rId3" cstate="print"/>
          <a:stretch>
            <a:fillRect/>
          </a:stretch>
        </p:blipFill>
        <p:spPr>
          <a:xfrm>
            <a:off x="610205" y="1862148"/>
            <a:ext cx="109779" cy="109780"/>
          </a:xfrm>
          <a:prstGeom prst="rect">
            <a:avLst/>
          </a:prstGeom>
        </p:spPr>
      </p:pic>
      <p:pic>
        <p:nvPicPr>
          <p:cNvPr id="11" name="object 11"/>
          <p:cNvPicPr/>
          <p:nvPr/>
        </p:nvPicPr>
        <p:blipFill>
          <a:blip r:embed="rId3" cstate="print"/>
          <a:stretch>
            <a:fillRect/>
          </a:stretch>
        </p:blipFill>
        <p:spPr>
          <a:xfrm>
            <a:off x="610205" y="1443033"/>
            <a:ext cx="109779" cy="109780"/>
          </a:xfrm>
          <a:prstGeom prst="rect">
            <a:avLst/>
          </a:prstGeom>
        </p:spPr>
      </p:pic>
      <p:pic>
        <p:nvPicPr>
          <p:cNvPr id="12" name="object 12"/>
          <p:cNvPicPr/>
          <p:nvPr/>
        </p:nvPicPr>
        <p:blipFill>
          <a:blip r:embed="rId4" cstate="print"/>
          <a:stretch>
            <a:fillRect/>
          </a:stretch>
        </p:blipFill>
        <p:spPr>
          <a:xfrm>
            <a:off x="610205" y="1023906"/>
            <a:ext cx="109779" cy="109780"/>
          </a:xfrm>
          <a:prstGeom prst="rect">
            <a:avLst/>
          </a:prstGeom>
        </p:spPr>
      </p:pic>
      <p:pic>
        <p:nvPicPr>
          <p:cNvPr id="13" name="object 13"/>
          <p:cNvPicPr/>
          <p:nvPr/>
        </p:nvPicPr>
        <p:blipFill>
          <a:blip r:embed="rId5" cstate="print"/>
          <a:stretch>
            <a:fillRect/>
          </a:stretch>
        </p:blipFill>
        <p:spPr>
          <a:xfrm>
            <a:off x="610203" y="604778"/>
            <a:ext cx="109780" cy="109780"/>
          </a:xfrm>
          <a:prstGeom prst="rect">
            <a:avLst/>
          </a:prstGeom>
        </p:spPr>
      </p:pic>
      <p:pic>
        <p:nvPicPr>
          <p:cNvPr id="14" name="object 14"/>
          <p:cNvPicPr/>
          <p:nvPr/>
        </p:nvPicPr>
        <p:blipFill>
          <a:blip r:embed="rId6" cstate="print"/>
          <a:stretch>
            <a:fillRect/>
          </a:stretch>
        </p:blipFill>
        <p:spPr>
          <a:xfrm>
            <a:off x="971592" y="2700428"/>
            <a:ext cx="109780" cy="109780"/>
          </a:xfrm>
          <a:prstGeom prst="rect">
            <a:avLst/>
          </a:prstGeom>
        </p:spPr>
      </p:pic>
      <p:pic>
        <p:nvPicPr>
          <p:cNvPr id="15" name="object 15"/>
          <p:cNvPicPr/>
          <p:nvPr/>
        </p:nvPicPr>
        <p:blipFill>
          <a:blip r:embed="rId7" cstate="print"/>
          <a:stretch>
            <a:fillRect/>
          </a:stretch>
        </p:blipFill>
        <p:spPr>
          <a:xfrm>
            <a:off x="971641" y="2281297"/>
            <a:ext cx="109782" cy="109783"/>
          </a:xfrm>
          <a:prstGeom prst="rect">
            <a:avLst/>
          </a:prstGeom>
        </p:spPr>
      </p:pic>
      <p:pic>
        <p:nvPicPr>
          <p:cNvPr id="16" name="object 16"/>
          <p:cNvPicPr/>
          <p:nvPr/>
        </p:nvPicPr>
        <p:blipFill>
          <a:blip r:embed="rId8" cstate="print"/>
          <a:stretch>
            <a:fillRect/>
          </a:stretch>
        </p:blipFill>
        <p:spPr>
          <a:xfrm>
            <a:off x="971592" y="1862148"/>
            <a:ext cx="109780" cy="109780"/>
          </a:xfrm>
          <a:prstGeom prst="rect">
            <a:avLst/>
          </a:prstGeom>
        </p:spPr>
      </p:pic>
      <p:pic>
        <p:nvPicPr>
          <p:cNvPr id="17" name="object 17"/>
          <p:cNvPicPr/>
          <p:nvPr/>
        </p:nvPicPr>
        <p:blipFill>
          <a:blip r:embed="rId8" cstate="print"/>
          <a:stretch>
            <a:fillRect/>
          </a:stretch>
        </p:blipFill>
        <p:spPr>
          <a:xfrm>
            <a:off x="971592" y="1443033"/>
            <a:ext cx="109780" cy="109780"/>
          </a:xfrm>
          <a:prstGeom prst="rect">
            <a:avLst/>
          </a:prstGeom>
        </p:spPr>
      </p:pic>
      <p:pic>
        <p:nvPicPr>
          <p:cNvPr id="18" name="object 18"/>
          <p:cNvPicPr/>
          <p:nvPr/>
        </p:nvPicPr>
        <p:blipFill>
          <a:blip r:embed="rId9" cstate="print"/>
          <a:stretch>
            <a:fillRect/>
          </a:stretch>
        </p:blipFill>
        <p:spPr>
          <a:xfrm>
            <a:off x="971641" y="1023902"/>
            <a:ext cx="109782" cy="109784"/>
          </a:xfrm>
          <a:prstGeom prst="rect">
            <a:avLst/>
          </a:prstGeom>
        </p:spPr>
      </p:pic>
      <p:pic>
        <p:nvPicPr>
          <p:cNvPr id="19" name="object 19"/>
          <p:cNvPicPr/>
          <p:nvPr/>
        </p:nvPicPr>
        <p:blipFill>
          <a:blip r:embed="rId10" cstate="print"/>
          <a:stretch>
            <a:fillRect/>
          </a:stretch>
        </p:blipFill>
        <p:spPr>
          <a:xfrm>
            <a:off x="971640" y="604775"/>
            <a:ext cx="109782" cy="109783"/>
          </a:xfrm>
          <a:prstGeom prst="rect">
            <a:avLst/>
          </a:prstGeom>
        </p:spPr>
      </p:pic>
      <p:pic>
        <p:nvPicPr>
          <p:cNvPr id="20" name="object 20"/>
          <p:cNvPicPr/>
          <p:nvPr/>
        </p:nvPicPr>
        <p:blipFill>
          <a:blip r:embed="rId11" cstate="print"/>
          <a:stretch>
            <a:fillRect/>
          </a:stretch>
        </p:blipFill>
        <p:spPr>
          <a:xfrm>
            <a:off x="1332967" y="2700429"/>
            <a:ext cx="109780" cy="109779"/>
          </a:xfrm>
          <a:prstGeom prst="rect">
            <a:avLst/>
          </a:prstGeom>
        </p:spPr>
      </p:pic>
      <p:pic>
        <p:nvPicPr>
          <p:cNvPr id="21" name="object 21"/>
          <p:cNvPicPr/>
          <p:nvPr/>
        </p:nvPicPr>
        <p:blipFill>
          <a:blip r:embed="rId12" cstate="print"/>
          <a:stretch>
            <a:fillRect/>
          </a:stretch>
        </p:blipFill>
        <p:spPr>
          <a:xfrm>
            <a:off x="1332967" y="2281301"/>
            <a:ext cx="109780" cy="109780"/>
          </a:xfrm>
          <a:prstGeom prst="rect">
            <a:avLst/>
          </a:prstGeom>
        </p:spPr>
      </p:pic>
      <p:pic>
        <p:nvPicPr>
          <p:cNvPr id="22" name="object 22"/>
          <p:cNvPicPr/>
          <p:nvPr/>
        </p:nvPicPr>
        <p:blipFill>
          <a:blip r:embed="rId13" cstate="print"/>
          <a:stretch>
            <a:fillRect/>
          </a:stretch>
        </p:blipFill>
        <p:spPr>
          <a:xfrm>
            <a:off x="1332968" y="1862149"/>
            <a:ext cx="109779" cy="109778"/>
          </a:xfrm>
          <a:prstGeom prst="rect">
            <a:avLst/>
          </a:prstGeom>
        </p:spPr>
      </p:pic>
      <p:pic>
        <p:nvPicPr>
          <p:cNvPr id="23" name="object 23"/>
          <p:cNvPicPr/>
          <p:nvPr/>
        </p:nvPicPr>
        <p:blipFill>
          <a:blip r:embed="rId13" cstate="print"/>
          <a:stretch>
            <a:fillRect/>
          </a:stretch>
        </p:blipFill>
        <p:spPr>
          <a:xfrm>
            <a:off x="1332968" y="1443034"/>
            <a:ext cx="109779" cy="109779"/>
          </a:xfrm>
          <a:prstGeom prst="rect">
            <a:avLst/>
          </a:prstGeom>
        </p:spPr>
      </p:pic>
      <p:pic>
        <p:nvPicPr>
          <p:cNvPr id="24" name="object 24"/>
          <p:cNvPicPr/>
          <p:nvPr/>
        </p:nvPicPr>
        <p:blipFill>
          <a:blip r:embed="rId13" cstate="print"/>
          <a:stretch>
            <a:fillRect/>
          </a:stretch>
        </p:blipFill>
        <p:spPr>
          <a:xfrm>
            <a:off x="1332968" y="1023906"/>
            <a:ext cx="109779" cy="109779"/>
          </a:xfrm>
          <a:prstGeom prst="rect">
            <a:avLst/>
          </a:prstGeom>
        </p:spPr>
      </p:pic>
      <p:pic>
        <p:nvPicPr>
          <p:cNvPr id="25" name="object 25"/>
          <p:cNvPicPr/>
          <p:nvPr/>
        </p:nvPicPr>
        <p:blipFill>
          <a:blip r:embed="rId14" cstate="print"/>
          <a:stretch>
            <a:fillRect/>
          </a:stretch>
        </p:blipFill>
        <p:spPr>
          <a:xfrm>
            <a:off x="1332967" y="604779"/>
            <a:ext cx="109781" cy="109780"/>
          </a:xfrm>
          <a:prstGeom prst="rect">
            <a:avLst/>
          </a:prstGeom>
        </p:spPr>
      </p:pic>
      <p:pic>
        <p:nvPicPr>
          <p:cNvPr id="26" name="object 26"/>
          <p:cNvPicPr/>
          <p:nvPr/>
        </p:nvPicPr>
        <p:blipFill>
          <a:blip r:embed="rId15" cstate="print"/>
          <a:stretch>
            <a:fillRect/>
          </a:stretch>
        </p:blipFill>
        <p:spPr>
          <a:xfrm>
            <a:off x="16840804" y="9567953"/>
            <a:ext cx="109780" cy="109780"/>
          </a:xfrm>
          <a:prstGeom prst="rect">
            <a:avLst/>
          </a:prstGeom>
        </p:spPr>
      </p:pic>
      <p:pic>
        <p:nvPicPr>
          <p:cNvPr id="27" name="object 27"/>
          <p:cNvPicPr/>
          <p:nvPr/>
        </p:nvPicPr>
        <p:blipFill>
          <a:blip r:embed="rId2" cstate="print"/>
          <a:stretch>
            <a:fillRect/>
          </a:stretch>
        </p:blipFill>
        <p:spPr>
          <a:xfrm>
            <a:off x="16840804" y="9148825"/>
            <a:ext cx="109780" cy="109780"/>
          </a:xfrm>
          <a:prstGeom prst="rect">
            <a:avLst/>
          </a:prstGeom>
        </p:spPr>
      </p:pic>
      <p:pic>
        <p:nvPicPr>
          <p:cNvPr id="28" name="object 28"/>
          <p:cNvPicPr/>
          <p:nvPr/>
        </p:nvPicPr>
        <p:blipFill>
          <a:blip r:embed="rId3" cstate="print"/>
          <a:stretch>
            <a:fillRect/>
          </a:stretch>
        </p:blipFill>
        <p:spPr>
          <a:xfrm>
            <a:off x="16840804" y="8729673"/>
            <a:ext cx="109779" cy="109780"/>
          </a:xfrm>
          <a:prstGeom prst="rect">
            <a:avLst/>
          </a:prstGeom>
        </p:spPr>
      </p:pic>
      <p:pic>
        <p:nvPicPr>
          <p:cNvPr id="29" name="object 29"/>
          <p:cNvPicPr/>
          <p:nvPr/>
        </p:nvPicPr>
        <p:blipFill>
          <a:blip r:embed="rId3" cstate="print"/>
          <a:stretch>
            <a:fillRect/>
          </a:stretch>
        </p:blipFill>
        <p:spPr>
          <a:xfrm>
            <a:off x="16840804" y="8310558"/>
            <a:ext cx="109779" cy="109780"/>
          </a:xfrm>
          <a:prstGeom prst="rect">
            <a:avLst/>
          </a:prstGeom>
        </p:spPr>
      </p:pic>
      <p:pic>
        <p:nvPicPr>
          <p:cNvPr id="30" name="object 30"/>
          <p:cNvPicPr/>
          <p:nvPr/>
        </p:nvPicPr>
        <p:blipFill>
          <a:blip r:embed="rId3" cstate="print"/>
          <a:stretch>
            <a:fillRect/>
          </a:stretch>
        </p:blipFill>
        <p:spPr>
          <a:xfrm>
            <a:off x="16840804" y="7891430"/>
            <a:ext cx="109779" cy="109780"/>
          </a:xfrm>
          <a:prstGeom prst="rect">
            <a:avLst/>
          </a:prstGeom>
        </p:spPr>
      </p:pic>
      <p:pic>
        <p:nvPicPr>
          <p:cNvPr id="31" name="object 31"/>
          <p:cNvPicPr/>
          <p:nvPr/>
        </p:nvPicPr>
        <p:blipFill>
          <a:blip r:embed="rId16" cstate="print"/>
          <a:stretch>
            <a:fillRect/>
          </a:stretch>
        </p:blipFill>
        <p:spPr>
          <a:xfrm>
            <a:off x="16840803" y="7472302"/>
            <a:ext cx="109780" cy="109780"/>
          </a:xfrm>
          <a:prstGeom prst="rect">
            <a:avLst/>
          </a:prstGeom>
        </p:spPr>
      </p:pic>
      <p:pic>
        <p:nvPicPr>
          <p:cNvPr id="32" name="object 32"/>
          <p:cNvPicPr/>
          <p:nvPr/>
        </p:nvPicPr>
        <p:blipFill>
          <a:blip r:embed="rId2" cstate="print"/>
          <a:stretch>
            <a:fillRect/>
          </a:stretch>
        </p:blipFill>
        <p:spPr>
          <a:xfrm>
            <a:off x="17202191" y="9567953"/>
            <a:ext cx="109780" cy="109780"/>
          </a:xfrm>
          <a:prstGeom prst="rect">
            <a:avLst/>
          </a:prstGeom>
        </p:spPr>
      </p:pic>
      <p:pic>
        <p:nvPicPr>
          <p:cNvPr id="33" name="object 33"/>
          <p:cNvPicPr/>
          <p:nvPr/>
        </p:nvPicPr>
        <p:blipFill>
          <a:blip r:embed="rId8" cstate="print"/>
          <a:stretch>
            <a:fillRect/>
          </a:stretch>
        </p:blipFill>
        <p:spPr>
          <a:xfrm>
            <a:off x="17202191" y="8729673"/>
            <a:ext cx="109780" cy="109780"/>
          </a:xfrm>
          <a:prstGeom prst="rect">
            <a:avLst/>
          </a:prstGeom>
        </p:spPr>
      </p:pic>
      <p:pic>
        <p:nvPicPr>
          <p:cNvPr id="34" name="object 34"/>
          <p:cNvPicPr/>
          <p:nvPr/>
        </p:nvPicPr>
        <p:blipFill>
          <a:blip r:embed="rId17" cstate="print"/>
          <a:stretch>
            <a:fillRect/>
          </a:stretch>
        </p:blipFill>
        <p:spPr>
          <a:xfrm>
            <a:off x="17202239" y="9148822"/>
            <a:ext cx="109782" cy="109783"/>
          </a:xfrm>
          <a:prstGeom prst="rect">
            <a:avLst/>
          </a:prstGeom>
        </p:spPr>
      </p:pic>
      <p:pic>
        <p:nvPicPr>
          <p:cNvPr id="35" name="object 35"/>
          <p:cNvPicPr/>
          <p:nvPr/>
        </p:nvPicPr>
        <p:blipFill>
          <a:blip r:embed="rId8" cstate="print"/>
          <a:stretch>
            <a:fillRect/>
          </a:stretch>
        </p:blipFill>
        <p:spPr>
          <a:xfrm>
            <a:off x="17202191" y="8310558"/>
            <a:ext cx="109780" cy="109780"/>
          </a:xfrm>
          <a:prstGeom prst="rect">
            <a:avLst/>
          </a:prstGeom>
        </p:spPr>
      </p:pic>
      <p:pic>
        <p:nvPicPr>
          <p:cNvPr id="36" name="object 36"/>
          <p:cNvPicPr/>
          <p:nvPr/>
        </p:nvPicPr>
        <p:blipFill>
          <a:blip r:embed="rId18" cstate="print"/>
          <a:stretch>
            <a:fillRect/>
          </a:stretch>
        </p:blipFill>
        <p:spPr>
          <a:xfrm>
            <a:off x="17202239" y="7891427"/>
            <a:ext cx="109782" cy="109784"/>
          </a:xfrm>
          <a:prstGeom prst="rect">
            <a:avLst/>
          </a:prstGeom>
        </p:spPr>
      </p:pic>
      <p:pic>
        <p:nvPicPr>
          <p:cNvPr id="37" name="object 37"/>
          <p:cNvPicPr/>
          <p:nvPr/>
        </p:nvPicPr>
        <p:blipFill>
          <a:blip r:embed="rId10" cstate="print"/>
          <a:stretch>
            <a:fillRect/>
          </a:stretch>
        </p:blipFill>
        <p:spPr>
          <a:xfrm>
            <a:off x="17202239" y="7472299"/>
            <a:ext cx="109782" cy="109783"/>
          </a:xfrm>
          <a:prstGeom prst="rect">
            <a:avLst/>
          </a:prstGeom>
        </p:spPr>
      </p:pic>
      <p:pic>
        <p:nvPicPr>
          <p:cNvPr id="38" name="object 38"/>
          <p:cNvPicPr/>
          <p:nvPr/>
        </p:nvPicPr>
        <p:blipFill>
          <a:blip r:embed="rId19" cstate="print"/>
          <a:stretch>
            <a:fillRect/>
          </a:stretch>
        </p:blipFill>
        <p:spPr>
          <a:xfrm>
            <a:off x="17563566" y="9567953"/>
            <a:ext cx="109780" cy="109779"/>
          </a:xfrm>
          <a:prstGeom prst="rect">
            <a:avLst/>
          </a:prstGeom>
        </p:spPr>
      </p:pic>
      <p:pic>
        <p:nvPicPr>
          <p:cNvPr id="39" name="object 39"/>
          <p:cNvPicPr/>
          <p:nvPr/>
        </p:nvPicPr>
        <p:blipFill>
          <a:blip r:embed="rId20" cstate="print"/>
          <a:stretch>
            <a:fillRect/>
          </a:stretch>
        </p:blipFill>
        <p:spPr>
          <a:xfrm>
            <a:off x="17563566" y="9148825"/>
            <a:ext cx="109780" cy="109780"/>
          </a:xfrm>
          <a:prstGeom prst="rect">
            <a:avLst/>
          </a:prstGeom>
        </p:spPr>
      </p:pic>
      <p:pic>
        <p:nvPicPr>
          <p:cNvPr id="40" name="object 40"/>
          <p:cNvPicPr/>
          <p:nvPr/>
        </p:nvPicPr>
        <p:blipFill>
          <a:blip r:embed="rId13" cstate="print"/>
          <a:stretch>
            <a:fillRect/>
          </a:stretch>
        </p:blipFill>
        <p:spPr>
          <a:xfrm>
            <a:off x="17563568" y="8729674"/>
            <a:ext cx="109779" cy="109778"/>
          </a:xfrm>
          <a:prstGeom prst="rect">
            <a:avLst/>
          </a:prstGeom>
        </p:spPr>
      </p:pic>
      <p:pic>
        <p:nvPicPr>
          <p:cNvPr id="41" name="object 41"/>
          <p:cNvPicPr/>
          <p:nvPr/>
        </p:nvPicPr>
        <p:blipFill>
          <a:blip r:embed="rId13" cstate="print"/>
          <a:stretch>
            <a:fillRect/>
          </a:stretch>
        </p:blipFill>
        <p:spPr>
          <a:xfrm>
            <a:off x="17563568" y="8310558"/>
            <a:ext cx="109779" cy="109779"/>
          </a:xfrm>
          <a:prstGeom prst="rect">
            <a:avLst/>
          </a:prstGeom>
        </p:spPr>
      </p:pic>
      <p:pic>
        <p:nvPicPr>
          <p:cNvPr id="42" name="object 42"/>
          <p:cNvPicPr/>
          <p:nvPr/>
        </p:nvPicPr>
        <p:blipFill>
          <a:blip r:embed="rId13" cstate="print"/>
          <a:stretch>
            <a:fillRect/>
          </a:stretch>
        </p:blipFill>
        <p:spPr>
          <a:xfrm>
            <a:off x="17563568" y="7891431"/>
            <a:ext cx="109779" cy="109779"/>
          </a:xfrm>
          <a:prstGeom prst="rect">
            <a:avLst/>
          </a:prstGeom>
        </p:spPr>
      </p:pic>
      <p:pic>
        <p:nvPicPr>
          <p:cNvPr id="43" name="object 43"/>
          <p:cNvPicPr/>
          <p:nvPr/>
        </p:nvPicPr>
        <p:blipFill>
          <a:blip r:embed="rId21" cstate="print"/>
          <a:stretch>
            <a:fillRect/>
          </a:stretch>
        </p:blipFill>
        <p:spPr>
          <a:xfrm>
            <a:off x="17563566" y="7472303"/>
            <a:ext cx="109781" cy="109780"/>
          </a:xfrm>
          <a:prstGeom prst="rect">
            <a:avLst/>
          </a:prstGeom>
        </p:spPr>
      </p:pic>
      <p:sp>
        <p:nvSpPr>
          <p:cNvPr id="44" name="object 44"/>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pc="250" dirty="0"/>
              <a:t>OBJECTIVES</a:t>
            </a:r>
            <a:endParaRPr spc="250" dirty="0"/>
          </a:p>
        </p:txBody>
      </p:sp>
      <p:sp>
        <p:nvSpPr>
          <p:cNvPr id="45" name="object 45"/>
          <p:cNvSpPr txBox="1"/>
          <p:nvPr/>
        </p:nvSpPr>
        <p:spPr>
          <a:xfrm>
            <a:off x="3200400" y="4160891"/>
            <a:ext cx="11328351" cy="1859483"/>
          </a:xfrm>
          <a:prstGeom prst="rect">
            <a:avLst/>
          </a:prstGeom>
        </p:spPr>
        <p:txBody>
          <a:bodyPr vert="horz" wrap="square" lIns="0" tIns="12700" rIns="0" bIns="0" rtlCol="0">
            <a:spAutoFit/>
          </a:bodyPr>
          <a:lstStyle/>
          <a:p>
            <a:pPr marL="12700">
              <a:lnSpc>
                <a:spcPct val="100000"/>
              </a:lnSpc>
              <a:spcBef>
                <a:spcPts val="100"/>
              </a:spcBef>
            </a:pPr>
            <a:r>
              <a:rPr lang="en-US" sz="4000" b="1" dirty="0">
                <a:solidFill>
                  <a:schemeClr val="accent2">
                    <a:lumMod val="75000"/>
                  </a:schemeClr>
                </a:solidFill>
                <a:latin typeface="Tahoma" panose="020B0604030504040204"/>
                <a:cs typeface="Tahoma" panose="020B0604030504040204"/>
              </a:rPr>
              <a:t>To provide insights into how age influences purchasing decisions and help businesses target the right customers effectively.</a:t>
            </a:r>
            <a:endParaRPr sz="4000" b="1" dirty="0">
              <a:solidFill>
                <a:schemeClr val="accent2">
                  <a:lumMod val="75000"/>
                </a:schemeClr>
              </a:solidFill>
              <a:latin typeface="Tahoma" panose="020B0604030504040204"/>
              <a:cs typeface="Tahoma" panose="020B0604030504040204"/>
            </a:endParaRPr>
          </a:p>
        </p:txBody>
      </p:sp>
      <p:pic>
        <p:nvPicPr>
          <p:cNvPr id="46" name="object 46"/>
          <p:cNvPicPr/>
          <p:nvPr/>
        </p:nvPicPr>
        <p:blipFill>
          <a:blip r:embed="rId22" cstate="print"/>
          <a:stretch>
            <a:fillRect/>
          </a:stretch>
        </p:blipFill>
        <p:spPr>
          <a:xfrm>
            <a:off x="1638911" y="0"/>
            <a:ext cx="2162174" cy="2162174"/>
          </a:xfrm>
          <a:prstGeom prst="rect">
            <a:avLst/>
          </a:prstGeom>
        </p:spPr>
      </p:pic>
      <p:pic>
        <p:nvPicPr>
          <p:cNvPr id="47" name="object 47"/>
          <p:cNvPicPr/>
          <p:nvPr/>
        </p:nvPicPr>
        <p:blipFill>
          <a:blip r:embed="rId23" cstate="print"/>
          <a:stretch>
            <a:fillRect/>
          </a:stretch>
        </p:blipFill>
        <p:spPr>
          <a:xfrm>
            <a:off x="13327801" y="0"/>
            <a:ext cx="2867024" cy="2515863"/>
          </a:xfrm>
          <a:prstGeom prst="rect">
            <a:avLst/>
          </a:prstGeom>
        </p:spPr>
      </p:pic>
      <p:sp>
        <p:nvSpPr>
          <p:cNvPr id="49" name="TextBox 48"/>
          <p:cNvSpPr txBox="1"/>
          <p:nvPr/>
        </p:nvSpPr>
        <p:spPr>
          <a:xfrm>
            <a:off x="3958800" y="3199447"/>
            <a:ext cx="9144000" cy="553998"/>
          </a:xfrm>
          <a:prstGeom prst="rect">
            <a:avLst/>
          </a:prstGeom>
          <a:noFill/>
        </p:spPr>
        <p:txBody>
          <a:bodyPr wrap="square">
            <a:spAutoFit/>
          </a:bodyPr>
          <a:lstStyle/>
          <a:p>
            <a:pPr algn="ctr"/>
            <a:r>
              <a:rPr lang="en-US" sz="3000" b="1" dirty="0">
                <a:solidFill>
                  <a:schemeClr val="tx2">
                    <a:lumMod val="50000"/>
                  </a:schemeClr>
                </a:solidFill>
              </a:rPr>
              <a:t>EXPECTED OUTCOME OF THE PROJECT</a:t>
            </a:r>
            <a:endParaRPr lang="en-IN" sz="3000" b="1" dirty="0">
              <a:solidFill>
                <a:schemeClr val="tx2">
                  <a:lumMod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2985135" cy="2985135"/>
            <a:chOff x="0" y="0"/>
            <a:chExt cx="2985135" cy="2985135"/>
          </a:xfrm>
        </p:grpSpPr>
        <p:sp>
          <p:nvSpPr>
            <p:cNvPr id="3" name="object 3"/>
            <p:cNvSpPr/>
            <p:nvPr/>
          </p:nvSpPr>
          <p:spPr>
            <a:xfrm>
              <a:off x="0" y="0"/>
              <a:ext cx="2985135" cy="2985135"/>
            </a:xfrm>
            <a:custGeom>
              <a:avLst/>
              <a:gdLst/>
              <a:ahLst/>
              <a:cxnLst/>
              <a:rect l="l" t="t" r="r" b="b"/>
              <a:pathLst>
                <a:path w="2985135" h="2985135">
                  <a:moveTo>
                    <a:pt x="2985120" y="0"/>
                  </a:moveTo>
                  <a:lnTo>
                    <a:pt x="0" y="0"/>
                  </a:lnTo>
                  <a:lnTo>
                    <a:pt x="0" y="2985119"/>
                  </a:lnTo>
                  <a:lnTo>
                    <a:pt x="2985120" y="0"/>
                  </a:lnTo>
                  <a:close/>
                </a:path>
              </a:pathLst>
            </a:custGeom>
            <a:solidFill>
              <a:srgbClr val="FFC62F"/>
            </a:solidFill>
          </p:spPr>
          <p:txBody>
            <a:bodyPr wrap="square" lIns="0" tIns="0" rIns="0" bIns="0" rtlCol="0"/>
            <a:lstStyle/>
            <a:p/>
          </p:txBody>
        </p:sp>
        <p:sp>
          <p:nvSpPr>
            <p:cNvPr id="4" name="object 4"/>
            <p:cNvSpPr/>
            <p:nvPr/>
          </p:nvSpPr>
          <p:spPr>
            <a:xfrm>
              <a:off x="0" y="0"/>
              <a:ext cx="1704975" cy="1704975"/>
            </a:xfrm>
            <a:custGeom>
              <a:avLst/>
              <a:gdLst/>
              <a:ahLst/>
              <a:cxnLst/>
              <a:rect l="l" t="t" r="r" b="b"/>
              <a:pathLst>
                <a:path w="1704975" h="1704975">
                  <a:moveTo>
                    <a:pt x="1704769" y="0"/>
                  </a:moveTo>
                  <a:lnTo>
                    <a:pt x="0" y="0"/>
                  </a:lnTo>
                  <a:lnTo>
                    <a:pt x="0" y="1704769"/>
                  </a:lnTo>
                  <a:lnTo>
                    <a:pt x="1704769" y="0"/>
                  </a:lnTo>
                  <a:close/>
                </a:path>
              </a:pathLst>
            </a:custGeom>
            <a:solidFill>
              <a:srgbClr val="002972"/>
            </a:solidFill>
          </p:spPr>
          <p:txBody>
            <a:bodyPr wrap="square" lIns="0" tIns="0" rIns="0" bIns="0" rtlCol="0"/>
            <a:lstStyle/>
            <a:p/>
          </p:txBody>
        </p:sp>
      </p:grpSp>
      <p:grpSp>
        <p:nvGrpSpPr>
          <p:cNvPr id="5" name="object 5"/>
          <p:cNvGrpSpPr/>
          <p:nvPr/>
        </p:nvGrpSpPr>
        <p:grpSpPr>
          <a:xfrm>
            <a:off x="15302879" y="7301879"/>
            <a:ext cx="2985135" cy="2985135"/>
            <a:chOff x="15302879" y="7301879"/>
            <a:chExt cx="2985135" cy="2985135"/>
          </a:xfrm>
        </p:grpSpPr>
        <p:sp>
          <p:nvSpPr>
            <p:cNvPr id="6" name="object 6"/>
            <p:cNvSpPr/>
            <p:nvPr/>
          </p:nvSpPr>
          <p:spPr>
            <a:xfrm>
              <a:off x="15302879" y="7301879"/>
              <a:ext cx="2985135" cy="2985135"/>
            </a:xfrm>
            <a:custGeom>
              <a:avLst/>
              <a:gdLst/>
              <a:ahLst/>
              <a:cxnLst/>
              <a:rect l="l" t="t" r="r" b="b"/>
              <a:pathLst>
                <a:path w="2985134" h="2985134">
                  <a:moveTo>
                    <a:pt x="0" y="2985120"/>
                  </a:moveTo>
                  <a:lnTo>
                    <a:pt x="2985120" y="2985120"/>
                  </a:lnTo>
                  <a:lnTo>
                    <a:pt x="2985120" y="0"/>
                  </a:lnTo>
                  <a:lnTo>
                    <a:pt x="0" y="2985120"/>
                  </a:lnTo>
                  <a:close/>
                </a:path>
              </a:pathLst>
            </a:custGeom>
            <a:solidFill>
              <a:srgbClr val="FFC62F"/>
            </a:solidFill>
          </p:spPr>
          <p:txBody>
            <a:bodyPr wrap="square" lIns="0" tIns="0" rIns="0" bIns="0" rtlCol="0"/>
            <a:lstStyle/>
            <a:p/>
          </p:txBody>
        </p:sp>
        <p:sp>
          <p:nvSpPr>
            <p:cNvPr id="7" name="object 7"/>
            <p:cNvSpPr/>
            <p:nvPr/>
          </p:nvSpPr>
          <p:spPr>
            <a:xfrm>
              <a:off x="16583230" y="8582230"/>
              <a:ext cx="1704975" cy="1704975"/>
            </a:xfrm>
            <a:custGeom>
              <a:avLst/>
              <a:gdLst/>
              <a:ahLst/>
              <a:cxnLst/>
              <a:rect l="l" t="t" r="r" b="b"/>
              <a:pathLst>
                <a:path w="1704975" h="1704975">
                  <a:moveTo>
                    <a:pt x="0" y="1704769"/>
                  </a:moveTo>
                  <a:lnTo>
                    <a:pt x="1704769" y="1704769"/>
                  </a:lnTo>
                  <a:lnTo>
                    <a:pt x="1704769" y="0"/>
                  </a:lnTo>
                  <a:lnTo>
                    <a:pt x="0" y="1704769"/>
                  </a:lnTo>
                  <a:close/>
                </a:path>
              </a:pathLst>
            </a:custGeom>
            <a:solidFill>
              <a:srgbClr val="002972"/>
            </a:solidFill>
          </p:spPr>
          <p:txBody>
            <a:bodyPr wrap="square" lIns="0" tIns="0" rIns="0" bIns="0" rtlCol="0"/>
            <a:lstStyle/>
            <a:p/>
          </p:txBody>
        </p:sp>
      </p:grpSp>
      <p:pic>
        <p:nvPicPr>
          <p:cNvPr id="8" name="object 8"/>
          <p:cNvPicPr/>
          <p:nvPr/>
        </p:nvPicPr>
        <p:blipFill>
          <a:blip r:embed="rId1" cstate="print"/>
          <a:stretch>
            <a:fillRect/>
          </a:stretch>
        </p:blipFill>
        <p:spPr>
          <a:xfrm>
            <a:off x="610204" y="9567953"/>
            <a:ext cx="109780" cy="109780"/>
          </a:xfrm>
          <a:prstGeom prst="rect">
            <a:avLst/>
          </a:prstGeom>
        </p:spPr>
      </p:pic>
      <p:pic>
        <p:nvPicPr>
          <p:cNvPr id="9" name="object 9"/>
          <p:cNvPicPr/>
          <p:nvPr/>
        </p:nvPicPr>
        <p:blipFill>
          <a:blip r:embed="rId2" cstate="print"/>
          <a:stretch>
            <a:fillRect/>
          </a:stretch>
        </p:blipFill>
        <p:spPr>
          <a:xfrm>
            <a:off x="610204" y="9148825"/>
            <a:ext cx="109780" cy="109780"/>
          </a:xfrm>
          <a:prstGeom prst="rect">
            <a:avLst/>
          </a:prstGeom>
        </p:spPr>
      </p:pic>
      <p:pic>
        <p:nvPicPr>
          <p:cNvPr id="10" name="object 10"/>
          <p:cNvPicPr/>
          <p:nvPr/>
        </p:nvPicPr>
        <p:blipFill>
          <a:blip r:embed="rId3" cstate="print"/>
          <a:stretch>
            <a:fillRect/>
          </a:stretch>
        </p:blipFill>
        <p:spPr>
          <a:xfrm>
            <a:off x="610205" y="8729673"/>
            <a:ext cx="109779" cy="109780"/>
          </a:xfrm>
          <a:prstGeom prst="rect">
            <a:avLst/>
          </a:prstGeom>
        </p:spPr>
      </p:pic>
      <p:pic>
        <p:nvPicPr>
          <p:cNvPr id="11" name="object 11"/>
          <p:cNvPicPr/>
          <p:nvPr/>
        </p:nvPicPr>
        <p:blipFill>
          <a:blip r:embed="rId3" cstate="print"/>
          <a:stretch>
            <a:fillRect/>
          </a:stretch>
        </p:blipFill>
        <p:spPr>
          <a:xfrm>
            <a:off x="610205" y="8310558"/>
            <a:ext cx="109779" cy="109780"/>
          </a:xfrm>
          <a:prstGeom prst="rect">
            <a:avLst/>
          </a:prstGeom>
        </p:spPr>
      </p:pic>
      <p:pic>
        <p:nvPicPr>
          <p:cNvPr id="12" name="object 12"/>
          <p:cNvPicPr/>
          <p:nvPr/>
        </p:nvPicPr>
        <p:blipFill>
          <a:blip r:embed="rId3" cstate="print"/>
          <a:stretch>
            <a:fillRect/>
          </a:stretch>
        </p:blipFill>
        <p:spPr>
          <a:xfrm>
            <a:off x="610205" y="7891430"/>
            <a:ext cx="109779" cy="109780"/>
          </a:xfrm>
          <a:prstGeom prst="rect">
            <a:avLst/>
          </a:prstGeom>
        </p:spPr>
      </p:pic>
      <p:pic>
        <p:nvPicPr>
          <p:cNvPr id="13" name="object 13"/>
          <p:cNvPicPr/>
          <p:nvPr/>
        </p:nvPicPr>
        <p:blipFill>
          <a:blip r:embed="rId4" cstate="print"/>
          <a:stretch>
            <a:fillRect/>
          </a:stretch>
        </p:blipFill>
        <p:spPr>
          <a:xfrm>
            <a:off x="610203" y="7472302"/>
            <a:ext cx="109780" cy="109780"/>
          </a:xfrm>
          <a:prstGeom prst="rect">
            <a:avLst/>
          </a:prstGeom>
        </p:spPr>
      </p:pic>
      <p:pic>
        <p:nvPicPr>
          <p:cNvPr id="14" name="object 14"/>
          <p:cNvPicPr/>
          <p:nvPr/>
        </p:nvPicPr>
        <p:blipFill>
          <a:blip r:embed="rId5" cstate="print"/>
          <a:stretch>
            <a:fillRect/>
          </a:stretch>
        </p:blipFill>
        <p:spPr>
          <a:xfrm>
            <a:off x="971592" y="9567953"/>
            <a:ext cx="109780" cy="109780"/>
          </a:xfrm>
          <a:prstGeom prst="rect">
            <a:avLst/>
          </a:prstGeom>
        </p:spPr>
      </p:pic>
      <p:pic>
        <p:nvPicPr>
          <p:cNvPr id="15" name="object 15"/>
          <p:cNvPicPr/>
          <p:nvPr/>
        </p:nvPicPr>
        <p:blipFill>
          <a:blip r:embed="rId6" cstate="print"/>
          <a:stretch>
            <a:fillRect/>
          </a:stretch>
        </p:blipFill>
        <p:spPr>
          <a:xfrm>
            <a:off x="971641" y="9148822"/>
            <a:ext cx="109782" cy="109783"/>
          </a:xfrm>
          <a:prstGeom prst="rect">
            <a:avLst/>
          </a:prstGeom>
        </p:spPr>
      </p:pic>
      <p:pic>
        <p:nvPicPr>
          <p:cNvPr id="16" name="object 16"/>
          <p:cNvPicPr/>
          <p:nvPr/>
        </p:nvPicPr>
        <p:blipFill>
          <a:blip r:embed="rId7" cstate="print"/>
          <a:stretch>
            <a:fillRect/>
          </a:stretch>
        </p:blipFill>
        <p:spPr>
          <a:xfrm>
            <a:off x="971592" y="8729673"/>
            <a:ext cx="109780" cy="109780"/>
          </a:xfrm>
          <a:prstGeom prst="rect">
            <a:avLst/>
          </a:prstGeom>
        </p:spPr>
      </p:pic>
      <p:pic>
        <p:nvPicPr>
          <p:cNvPr id="17" name="object 17"/>
          <p:cNvPicPr/>
          <p:nvPr/>
        </p:nvPicPr>
        <p:blipFill>
          <a:blip r:embed="rId7" cstate="print"/>
          <a:stretch>
            <a:fillRect/>
          </a:stretch>
        </p:blipFill>
        <p:spPr>
          <a:xfrm>
            <a:off x="971592" y="8310558"/>
            <a:ext cx="109780" cy="109780"/>
          </a:xfrm>
          <a:prstGeom prst="rect">
            <a:avLst/>
          </a:prstGeom>
        </p:spPr>
      </p:pic>
      <p:pic>
        <p:nvPicPr>
          <p:cNvPr id="18" name="object 18"/>
          <p:cNvPicPr/>
          <p:nvPr/>
        </p:nvPicPr>
        <p:blipFill>
          <a:blip r:embed="rId8" cstate="print"/>
          <a:stretch>
            <a:fillRect/>
          </a:stretch>
        </p:blipFill>
        <p:spPr>
          <a:xfrm>
            <a:off x="971641" y="7891427"/>
            <a:ext cx="109782" cy="109784"/>
          </a:xfrm>
          <a:prstGeom prst="rect">
            <a:avLst/>
          </a:prstGeom>
        </p:spPr>
      </p:pic>
      <p:pic>
        <p:nvPicPr>
          <p:cNvPr id="19" name="object 19"/>
          <p:cNvPicPr/>
          <p:nvPr/>
        </p:nvPicPr>
        <p:blipFill>
          <a:blip r:embed="rId9" cstate="print"/>
          <a:stretch>
            <a:fillRect/>
          </a:stretch>
        </p:blipFill>
        <p:spPr>
          <a:xfrm>
            <a:off x="971640" y="7472299"/>
            <a:ext cx="109782" cy="109783"/>
          </a:xfrm>
          <a:prstGeom prst="rect">
            <a:avLst/>
          </a:prstGeom>
        </p:spPr>
      </p:pic>
      <p:pic>
        <p:nvPicPr>
          <p:cNvPr id="20" name="object 20"/>
          <p:cNvPicPr/>
          <p:nvPr/>
        </p:nvPicPr>
        <p:blipFill>
          <a:blip r:embed="rId10" cstate="print"/>
          <a:stretch>
            <a:fillRect/>
          </a:stretch>
        </p:blipFill>
        <p:spPr>
          <a:xfrm>
            <a:off x="1332967" y="9567953"/>
            <a:ext cx="109780" cy="109779"/>
          </a:xfrm>
          <a:prstGeom prst="rect">
            <a:avLst/>
          </a:prstGeom>
        </p:spPr>
      </p:pic>
      <p:pic>
        <p:nvPicPr>
          <p:cNvPr id="21" name="object 21"/>
          <p:cNvPicPr/>
          <p:nvPr/>
        </p:nvPicPr>
        <p:blipFill>
          <a:blip r:embed="rId11" cstate="print"/>
          <a:stretch>
            <a:fillRect/>
          </a:stretch>
        </p:blipFill>
        <p:spPr>
          <a:xfrm>
            <a:off x="1332967" y="9148825"/>
            <a:ext cx="109780" cy="109780"/>
          </a:xfrm>
          <a:prstGeom prst="rect">
            <a:avLst/>
          </a:prstGeom>
        </p:spPr>
      </p:pic>
      <p:pic>
        <p:nvPicPr>
          <p:cNvPr id="22" name="object 22"/>
          <p:cNvPicPr/>
          <p:nvPr/>
        </p:nvPicPr>
        <p:blipFill>
          <a:blip r:embed="rId12" cstate="print"/>
          <a:stretch>
            <a:fillRect/>
          </a:stretch>
        </p:blipFill>
        <p:spPr>
          <a:xfrm>
            <a:off x="1332968" y="8729674"/>
            <a:ext cx="109779" cy="109778"/>
          </a:xfrm>
          <a:prstGeom prst="rect">
            <a:avLst/>
          </a:prstGeom>
        </p:spPr>
      </p:pic>
      <p:pic>
        <p:nvPicPr>
          <p:cNvPr id="23" name="object 23"/>
          <p:cNvPicPr/>
          <p:nvPr/>
        </p:nvPicPr>
        <p:blipFill>
          <a:blip r:embed="rId12" cstate="print"/>
          <a:stretch>
            <a:fillRect/>
          </a:stretch>
        </p:blipFill>
        <p:spPr>
          <a:xfrm>
            <a:off x="1332968" y="8310558"/>
            <a:ext cx="109779" cy="109779"/>
          </a:xfrm>
          <a:prstGeom prst="rect">
            <a:avLst/>
          </a:prstGeom>
        </p:spPr>
      </p:pic>
      <p:pic>
        <p:nvPicPr>
          <p:cNvPr id="24" name="object 24"/>
          <p:cNvPicPr/>
          <p:nvPr/>
        </p:nvPicPr>
        <p:blipFill>
          <a:blip r:embed="rId12" cstate="print"/>
          <a:stretch>
            <a:fillRect/>
          </a:stretch>
        </p:blipFill>
        <p:spPr>
          <a:xfrm>
            <a:off x="1332968" y="7891431"/>
            <a:ext cx="109779" cy="109779"/>
          </a:xfrm>
          <a:prstGeom prst="rect">
            <a:avLst/>
          </a:prstGeom>
        </p:spPr>
      </p:pic>
      <p:pic>
        <p:nvPicPr>
          <p:cNvPr id="25" name="object 25"/>
          <p:cNvPicPr/>
          <p:nvPr/>
        </p:nvPicPr>
        <p:blipFill>
          <a:blip r:embed="rId13" cstate="print"/>
          <a:stretch>
            <a:fillRect/>
          </a:stretch>
        </p:blipFill>
        <p:spPr>
          <a:xfrm>
            <a:off x="1332967" y="7472303"/>
            <a:ext cx="109781" cy="109780"/>
          </a:xfrm>
          <a:prstGeom prst="rect">
            <a:avLst/>
          </a:prstGeom>
        </p:spPr>
      </p:pic>
      <p:pic>
        <p:nvPicPr>
          <p:cNvPr id="26" name="object 26"/>
          <p:cNvPicPr/>
          <p:nvPr/>
        </p:nvPicPr>
        <p:blipFill>
          <a:blip r:embed="rId14" cstate="print"/>
          <a:stretch>
            <a:fillRect/>
          </a:stretch>
        </p:blipFill>
        <p:spPr>
          <a:xfrm>
            <a:off x="16840804" y="2700428"/>
            <a:ext cx="109780" cy="109780"/>
          </a:xfrm>
          <a:prstGeom prst="rect">
            <a:avLst/>
          </a:prstGeom>
        </p:spPr>
      </p:pic>
      <p:pic>
        <p:nvPicPr>
          <p:cNvPr id="27" name="object 27"/>
          <p:cNvPicPr/>
          <p:nvPr/>
        </p:nvPicPr>
        <p:blipFill>
          <a:blip r:embed="rId2" cstate="print"/>
          <a:stretch>
            <a:fillRect/>
          </a:stretch>
        </p:blipFill>
        <p:spPr>
          <a:xfrm>
            <a:off x="16840804" y="2281301"/>
            <a:ext cx="109780" cy="109780"/>
          </a:xfrm>
          <a:prstGeom prst="rect">
            <a:avLst/>
          </a:prstGeom>
        </p:spPr>
      </p:pic>
      <p:pic>
        <p:nvPicPr>
          <p:cNvPr id="28" name="object 28"/>
          <p:cNvPicPr/>
          <p:nvPr/>
        </p:nvPicPr>
        <p:blipFill>
          <a:blip r:embed="rId3" cstate="print"/>
          <a:stretch>
            <a:fillRect/>
          </a:stretch>
        </p:blipFill>
        <p:spPr>
          <a:xfrm>
            <a:off x="16840804" y="1862148"/>
            <a:ext cx="109779" cy="109780"/>
          </a:xfrm>
          <a:prstGeom prst="rect">
            <a:avLst/>
          </a:prstGeom>
        </p:spPr>
      </p:pic>
      <p:pic>
        <p:nvPicPr>
          <p:cNvPr id="29" name="object 29"/>
          <p:cNvPicPr/>
          <p:nvPr/>
        </p:nvPicPr>
        <p:blipFill>
          <a:blip r:embed="rId3" cstate="print"/>
          <a:stretch>
            <a:fillRect/>
          </a:stretch>
        </p:blipFill>
        <p:spPr>
          <a:xfrm>
            <a:off x="16840804" y="1443033"/>
            <a:ext cx="109779" cy="109780"/>
          </a:xfrm>
          <a:prstGeom prst="rect">
            <a:avLst/>
          </a:prstGeom>
        </p:spPr>
      </p:pic>
      <p:pic>
        <p:nvPicPr>
          <p:cNvPr id="30" name="object 30"/>
          <p:cNvPicPr/>
          <p:nvPr/>
        </p:nvPicPr>
        <p:blipFill>
          <a:blip r:embed="rId15" cstate="print"/>
          <a:stretch>
            <a:fillRect/>
          </a:stretch>
        </p:blipFill>
        <p:spPr>
          <a:xfrm>
            <a:off x="16840804" y="1023906"/>
            <a:ext cx="109779" cy="109780"/>
          </a:xfrm>
          <a:prstGeom prst="rect">
            <a:avLst/>
          </a:prstGeom>
        </p:spPr>
      </p:pic>
      <p:pic>
        <p:nvPicPr>
          <p:cNvPr id="31" name="object 31"/>
          <p:cNvPicPr/>
          <p:nvPr/>
        </p:nvPicPr>
        <p:blipFill>
          <a:blip r:embed="rId16" cstate="print"/>
          <a:stretch>
            <a:fillRect/>
          </a:stretch>
        </p:blipFill>
        <p:spPr>
          <a:xfrm>
            <a:off x="16840803" y="604778"/>
            <a:ext cx="109780" cy="109780"/>
          </a:xfrm>
          <a:prstGeom prst="rect">
            <a:avLst/>
          </a:prstGeom>
        </p:spPr>
      </p:pic>
      <p:pic>
        <p:nvPicPr>
          <p:cNvPr id="32" name="object 32"/>
          <p:cNvPicPr/>
          <p:nvPr/>
        </p:nvPicPr>
        <p:blipFill>
          <a:blip r:embed="rId2" cstate="print"/>
          <a:stretch>
            <a:fillRect/>
          </a:stretch>
        </p:blipFill>
        <p:spPr>
          <a:xfrm>
            <a:off x="17202191" y="2700428"/>
            <a:ext cx="109780" cy="109780"/>
          </a:xfrm>
          <a:prstGeom prst="rect">
            <a:avLst/>
          </a:prstGeom>
        </p:spPr>
      </p:pic>
      <p:pic>
        <p:nvPicPr>
          <p:cNvPr id="33" name="object 33"/>
          <p:cNvPicPr/>
          <p:nvPr/>
        </p:nvPicPr>
        <p:blipFill>
          <a:blip r:embed="rId17" cstate="print"/>
          <a:stretch>
            <a:fillRect/>
          </a:stretch>
        </p:blipFill>
        <p:spPr>
          <a:xfrm>
            <a:off x="17202239" y="2281297"/>
            <a:ext cx="109782" cy="109783"/>
          </a:xfrm>
          <a:prstGeom prst="rect">
            <a:avLst/>
          </a:prstGeom>
        </p:spPr>
      </p:pic>
      <p:pic>
        <p:nvPicPr>
          <p:cNvPr id="34" name="object 34"/>
          <p:cNvPicPr/>
          <p:nvPr/>
        </p:nvPicPr>
        <p:blipFill>
          <a:blip r:embed="rId7" cstate="print"/>
          <a:stretch>
            <a:fillRect/>
          </a:stretch>
        </p:blipFill>
        <p:spPr>
          <a:xfrm>
            <a:off x="17202191" y="1862148"/>
            <a:ext cx="109780" cy="109780"/>
          </a:xfrm>
          <a:prstGeom prst="rect">
            <a:avLst/>
          </a:prstGeom>
        </p:spPr>
      </p:pic>
      <p:pic>
        <p:nvPicPr>
          <p:cNvPr id="35" name="object 35"/>
          <p:cNvPicPr/>
          <p:nvPr/>
        </p:nvPicPr>
        <p:blipFill>
          <a:blip r:embed="rId7" cstate="print"/>
          <a:stretch>
            <a:fillRect/>
          </a:stretch>
        </p:blipFill>
        <p:spPr>
          <a:xfrm>
            <a:off x="17202191" y="1443033"/>
            <a:ext cx="109780" cy="109780"/>
          </a:xfrm>
          <a:prstGeom prst="rect">
            <a:avLst/>
          </a:prstGeom>
        </p:spPr>
      </p:pic>
      <p:pic>
        <p:nvPicPr>
          <p:cNvPr id="36" name="object 36"/>
          <p:cNvPicPr/>
          <p:nvPr/>
        </p:nvPicPr>
        <p:blipFill>
          <a:blip r:embed="rId18" cstate="print"/>
          <a:stretch>
            <a:fillRect/>
          </a:stretch>
        </p:blipFill>
        <p:spPr>
          <a:xfrm>
            <a:off x="17202239" y="1023902"/>
            <a:ext cx="109782" cy="109784"/>
          </a:xfrm>
          <a:prstGeom prst="rect">
            <a:avLst/>
          </a:prstGeom>
        </p:spPr>
      </p:pic>
      <p:pic>
        <p:nvPicPr>
          <p:cNvPr id="37" name="object 37"/>
          <p:cNvPicPr/>
          <p:nvPr/>
        </p:nvPicPr>
        <p:blipFill>
          <a:blip r:embed="rId9" cstate="print"/>
          <a:stretch>
            <a:fillRect/>
          </a:stretch>
        </p:blipFill>
        <p:spPr>
          <a:xfrm>
            <a:off x="17202239" y="604775"/>
            <a:ext cx="109782" cy="109783"/>
          </a:xfrm>
          <a:prstGeom prst="rect">
            <a:avLst/>
          </a:prstGeom>
        </p:spPr>
      </p:pic>
      <p:pic>
        <p:nvPicPr>
          <p:cNvPr id="38" name="object 38"/>
          <p:cNvPicPr/>
          <p:nvPr/>
        </p:nvPicPr>
        <p:blipFill>
          <a:blip r:embed="rId19" cstate="print"/>
          <a:stretch>
            <a:fillRect/>
          </a:stretch>
        </p:blipFill>
        <p:spPr>
          <a:xfrm>
            <a:off x="17563566" y="2700429"/>
            <a:ext cx="109780" cy="109779"/>
          </a:xfrm>
          <a:prstGeom prst="rect">
            <a:avLst/>
          </a:prstGeom>
        </p:spPr>
      </p:pic>
      <p:pic>
        <p:nvPicPr>
          <p:cNvPr id="39" name="object 39"/>
          <p:cNvPicPr/>
          <p:nvPr/>
        </p:nvPicPr>
        <p:blipFill>
          <a:blip r:embed="rId20" cstate="print"/>
          <a:stretch>
            <a:fillRect/>
          </a:stretch>
        </p:blipFill>
        <p:spPr>
          <a:xfrm>
            <a:off x="17563566" y="2281301"/>
            <a:ext cx="109780" cy="109780"/>
          </a:xfrm>
          <a:prstGeom prst="rect">
            <a:avLst/>
          </a:prstGeom>
        </p:spPr>
      </p:pic>
      <p:pic>
        <p:nvPicPr>
          <p:cNvPr id="40" name="object 40"/>
          <p:cNvPicPr/>
          <p:nvPr/>
        </p:nvPicPr>
        <p:blipFill>
          <a:blip r:embed="rId12" cstate="print"/>
          <a:stretch>
            <a:fillRect/>
          </a:stretch>
        </p:blipFill>
        <p:spPr>
          <a:xfrm>
            <a:off x="17563568" y="1862149"/>
            <a:ext cx="109779" cy="109778"/>
          </a:xfrm>
          <a:prstGeom prst="rect">
            <a:avLst/>
          </a:prstGeom>
        </p:spPr>
      </p:pic>
      <p:pic>
        <p:nvPicPr>
          <p:cNvPr id="41" name="object 41"/>
          <p:cNvPicPr/>
          <p:nvPr/>
        </p:nvPicPr>
        <p:blipFill>
          <a:blip r:embed="rId12" cstate="print"/>
          <a:stretch>
            <a:fillRect/>
          </a:stretch>
        </p:blipFill>
        <p:spPr>
          <a:xfrm>
            <a:off x="17563568" y="1443034"/>
            <a:ext cx="109779" cy="109779"/>
          </a:xfrm>
          <a:prstGeom prst="rect">
            <a:avLst/>
          </a:prstGeom>
        </p:spPr>
      </p:pic>
      <p:pic>
        <p:nvPicPr>
          <p:cNvPr id="42" name="object 42"/>
          <p:cNvPicPr/>
          <p:nvPr/>
        </p:nvPicPr>
        <p:blipFill>
          <a:blip r:embed="rId12" cstate="print"/>
          <a:stretch>
            <a:fillRect/>
          </a:stretch>
        </p:blipFill>
        <p:spPr>
          <a:xfrm>
            <a:off x="17563568" y="1023906"/>
            <a:ext cx="109779" cy="109779"/>
          </a:xfrm>
          <a:prstGeom prst="rect">
            <a:avLst/>
          </a:prstGeom>
        </p:spPr>
      </p:pic>
      <p:pic>
        <p:nvPicPr>
          <p:cNvPr id="43" name="object 43"/>
          <p:cNvPicPr/>
          <p:nvPr/>
        </p:nvPicPr>
        <p:blipFill>
          <a:blip r:embed="rId21" cstate="print"/>
          <a:stretch>
            <a:fillRect/>
          </a:stretch>
        </p:blipFill>
        <p:spPr>
          <a:xfrm>
            <a:off x="17563566" y="604779"/>
            <a:ext cx="109781" cy="109780"/>
          </a:xfrm>
          <a:prstGeom prst="rect">
            <a:avLst/>
          </a:prstGeom>
        </p:spPr>
      </p:pic>
      <p:sp>
        <p:nvSpPr>
          <p:cNvPr id="44" name="object 44"/>
          <p:cNvSpPr txBox="1">
            <a:spLocks noGrp="1"/>
          </p:cNvSpPr>
          <p:nvPr>
            <p:ph type="title"/>
          </p:nvPr>
        </p:nvSpPr>
        <p:spPr>
          <a:prstGeom prst="rect">
            <a:avLst/>
          </a:prstGeom>
        </p:spPr>
        <p:txBody>
          <a:bodyPr vert="horz" wrap="square" lIns="0" tIns="449549" rIns="0" bIns="0" rtlCol="0">
            <a:spAutoFit/>
          </a:bodyPr>
          <a:lstStyle/>
          <a:p>
            <a:pPr marL="3952240">
              <a:lnSpc>
                <a:spcPct val="100000"/>
              </a:lnSpc>
              <a:spcBef>
                <a:spcPts val="110"/>
              </a:spcBef>
            </a:pPr>
            <a:r>
              <a:rPr sz="9050" spc="85" dirty="0"/>
              <a:t>SCOPE</a:t>
            </a:r>
            <a:endParaRPr sz="9050"/>
          </a:p>
        </p:txBody>
      </p:sp>
      <p:pic>
        <p:nvPicPr>
          <p:cNvPr id="45" name="object 45"/>
          <p:cNvPicPr/>
          <p:nvPr/>
        </p:nvPicPr>
        <p:blipFill>
          <a:blip r:embed="rId22" cstate="print"/>
          <a:stretch>
            <a:fillRect/>
          </a:stretch>
        </p:blipFill>
        <p:spPr>
          <a:xfrm>
            <a:off x="1926358" y="300051"/>
            <a:ext cx="2162174" cy="2162174"/>
          </a:xfrm>
          <a:prstGeom prst="rect">
            <a:avLst/>
          </a:prstGeom>
        </p:spPr>
      </p:pic>
      <p:pic>
        <p:nvPicPr>
          <p:cNvPr id="46" name="object 46"/>
          <p:cNvPicPr/>
          <p:nvPr/>
        </p:nvPicPr>
        <p:blipFill>
          <a:blip r:embed="rId23" cstate="print"/>
          <a:stretch>
            <a:fillRect/>
          </a:stretch>
        </p:blipFill>
        <p:spPr>
          <a:xfrm>
            <a:off x="13854112" y="0"/>
            <a:ext cx="2867024" cy="2815915"/>
          </a:xfrm>
          <a:prstGeom prst="rect">
            <a:avLst/>
          </a:prstGeom>
        </p:spPr>
      </p:pic>
      <p:sp>
        <p:nvSpPr>
          <p:cNvPr id="48" name="TextBox 47"/>
          <p:cNvSpPr txBox="1"/>
          <p:nvPr/>
        </p:nvSpPr>
        <p:spPr>
          <a:xfrm>
            <a:off x="3886200" y="4222532"/>
            <a:ext cx="9967912" cy="3170099"/>
          </a:xfrm>
          <a:prstGeom prst="rect">
            <a:avLst/>
          </a:prstGeom>
          <a:noFill/>
        </p:spPr>
        <p:txBody>
          <a:bodyPr wrap="square">
            <a:spAutoFit/>
          </a:bodyPr>
          <a:lstStyle/>
          <a:p>
            <a:r>
              <a:rPr lang="en-US" sz="4000" b="1" dirty="0">
                <a:solidFill>
                  <a:schemeClr val="accent2">
                    <a:lumMod val="75000"/>
                  </a:schemeClr>
                </a:solidFill>
              </a:rPr>
              <a:t>This project can be used in:</a:t>
            </a:r>
            <a:endParaRPr lang="en-US" sz="4000" b="1" dirty="0">
              <a:solidFill>
                <a:schemeClr val="accent2">
                  <a:lumMod val="75000"/>
                </a:schemeClr>
              </a:solidFill>
            </a:endParaRPr>
          </a:p>
          <a:p>
            <a:pPr marL="571500" indent="-571500">
              <a:buFont typeface="Wingdings" panose="05000000000000000000" pitchFamily="2" charset="2"/>
              <a:buChar char="Ø"/>
            </a:pPr>
            <a:r>
              <a:rPr lang="en-US" sz="4000" b="1" dirty="0">
                <a:solidFill>
                  <a:schemeClr val="accent2">
                    <a:lumMod val="75000"/>
                  </a:schemeClr>
                </a:solidFill>
              </a:rPr>
              <a:t>Retail businesses</a:t>
            </a:r>
            <a:endParaRPr lang="en-US" sz="4000" b="1" dirty="0">
              <a:solidFill>
                <a:schemeClr val="accent2">
                  <a:lumMod val="75000"/>
                </a:schemeClr>
              </a:solidFill>
            </a:endParaRPr>
          </a:p>
          <a:p>
            <a:pPr marL="571500" indent="-571500">
              <a:buFont typeface="Wingdings" panose="05000000000000000000" pitchFamily="2" charset="2"/>
              <a:buChar char="Ø"/>
            </a:pPr>
            <a:r>
              <a:rPr lang="en-US" sz="4000" b="1" dirty="0">
                <a:solidFill>
                  <a:schemeClr val="accent2">
                    <a:lumMod val="75000"/>
                  </a:schemeClr>
                </a:solidFill>
              </a:rPr>
              <a:t>E-commerce platforms</a:t>
            </a:r>
            <a:endParaRPr lang="en-US" sz="4000" b="1" dirty="0">
              <a:solidFill>
                <a:schemeClr val="accent2">
                  <a:lumMod val="75000"/>
                </a:schemeClr>
              </a:solidFill>
            </a:endParaRPr>
          </a:p>
          <a:p>
            <a:pPr marL="571500" indent="-571500">
              <a:buFont typeface="Wingdings" panose="05000000000000000000" pitchFamily="2" charset="2"/>
              <a:buChar char="Ø"/>
            </a:pPr>
            <a:r>
              <a:rPr lang="en-US" sz="4000" b="1" dirty="0">
                <a:solidFill>
                  <a:schemeClr val="accent2">
                    <a:lumMod val="75000"/>
                  </a:schemeClr>
                </a:solidFill>
              </a:rPr>
              <a:t>Marketing analytics</a:t>
            </a:r>
            <a:endParaRPr lang="en-US" sz="4000" b="1" dirty="0">
              <a:solidFill>
                <a:schemeClr val="accent2">
                  <a:lumMod val="75000"/>
                </a:schemeClr>
              </a:solidFill>
            </a:endParaRPr>
          </a:p>
          <a:p>
            <a:pPr marL="571500" indent="-571500">
              <a:buFont typeface="Wingdings" panose="05000000000000000000" pitchFamily="2" charset="2"/>
              <a:buChar char="Ø"/>
            </a:pPr>
            <a:r>
              <a:rPr lang="en-US" sz="4000" b="1" dirty="0">
                <a:solidFill>
                  <a:schemeClr val="accent2">
                    <a:lumMod val="75000"/>
                  </a:schemeClr>
                </a:solidFill>
              </a:rPr>
              <a:t>Customer relationship management</a:t>
            </a:r>
            <a:endParaRPr lang="en-IN" sz="4000" b="1" dirty="0">
              <a:solidFill>
                <a:schemeClr val="accent2">
                  <a:lumMod val="7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7213434"/>
            <a:ext cx="3074035" cy="3074035"/>
            <a:chOff x="0" y="7213434"/>
            <a:chExt cx="3074035" cy="3074035"/>
          </a:xfrm>
        </p:grpSpPr>
        <p:sp>
          <p:nvSpPr>
            <p:cNvPr id="3" name="object 3"/>
            <p:cNvSpPr/>
            <p:nvPr/>
          </p:nvSpPr>
          <p:spPr>
            <a:xfrm>
              <a:off x="0" y="7213434"/>
              <a:ext cx="3074035" cy="3074035"/>
            </a:xfrm>
            <a:custGeom>
              <a:avLst/>
              <a:gdLst/>
              <a:ahLst/>
              <a:cxnLst/>
              <a:rect l="l" t="t" r="r" b="b"/>
              <a:pathLst>
                <a:path w="3074035" h="3074034">
                  <a:moveTo>
                    <a:pt x="3073565" y="3073565"/>
                  </a:moveTo>
                  <a:lnTo>
                    <a:pt x="0" y="3073565"/>
                  </a:lnTo>
                  <a:lnTo>
                    <a:pt x="0" y="0"/>
                  </a:lnTo>
                  <a:lnTo>
                    <a:pt x="3073565" y="3073565"/>
                  </a:lnTo>
                  <a:close/>
                </a:path>
              </a:pathLst>
            </a:custGeom>
            <a:solidFill>
              <a:srgbClr val="FFC62F"/>
            </a:solidFill>
          </p:spPr>
          <p:txBody>
            <a:bodyPr wrap="square" lIns="0" tIns="0" rIns="0" bIns="0" rtlCol="0"/>
            <a:lstStyle/>
            <a:p/>
          </p:txBody>
        </p:sp>
        <p:sp>
          <p:nvSpPr>
            <p:cNvPr id="4" name="object 4"/>
            <p:cNvSpPr/>
            <p:nvPr/>
          </p:nvSpPr>
          <p:spPr>
            <a:xfrm>
              <a:off x="0" y="8493784"/>
              <a:ext cx="1793239" cy="1793239"/>
            </a:xfrm>
            <a:custGeom>
              <a:avLst/>
              <a:gdLst/>
              <a:ahLst/>
              <a:cxnLst/>
              <a:rect l="l" t="t" r="r" b="b"/>
              <a:pathLst>
                <a:path w="1793239" h="1793240">
                  <a:moveTo>
                    <a:pt x="1793214" y="1793214"/>
                  </a:moveTo>
                  <a:lnTo>
                    <a:pt x="0" y="1793214"/>
                  </a:lnTo>
                  <a:lnTo>
                    <a:pt x="0" y="0"/>
                  </a:lnTo>
                  <a:lnTo>
                    <a:pt x="1793214" y="1793214"/>
                  </a:lnTo>
                  <a:close/>
                </a:path>
              </a:pathLst>
            </a:custGeom>
            <a:solidFill>
              <a:srgbClr val="002972"/>
            </a:solidFill>
          </p:spPr>
          <p:txBody>
            <a:bodyPr wrap="square" lIns="0" tIns="0" rIns="0" bIns="0" rtlCol="0"/>
            <a:lstStyle/>
            <a:p/>
          </p:txBody>
        </p:sp>
      </p:grpSp>
      <p:grpSp>
        <p:nvGrpSpPr>
          <p:cNvPr id="5" name="object 5"/>
          <p:cNvGrpSpPr/>
          <p:nvPr/>
        </p:nvGrpSpPr>
        <p:grpSpPr>
          <a:xfrm>
            <a:off x="15236545" y="0"/>
            <a:ext cx="3051810" cy="3051810"/>
            <a:chOff x="15236545" y="0"/>
            <a:chExt cx="3051810" cy="3051810"/>
          </a:xfrm>
        </p:grpSpPr>
        <p:sp>
          <p:nvSpPr>
            <p:cNvPr id="6" name="object 6"/>
            <p:cNvSpPr/>
            <p:nvPr/>
          </p:nvSpPr>
          <p:spPr>
            <a:xfrm>
              <a:off x="15236545" y="0"/>
              <a:ext cx="3051810" cy="3051810"/>
            </a:xfrm>
            <a:custGeom>
              <a:avLst/>
              <a:gdLst/>
              <a:ahLst/>
              <a:cxnLst/>
              <a:rect l="l" t="t" r="r" b="b"/>
              <a:pathLst>
                <a:path w="3051809" h="3051810">
                  <a:moveTo>
                    <a:pt x="0" y="0"/>
                  </a:moveTo>
                  <a:lnTo>
                    <a:pt x="3051454" y="0"/>
                  </a:lnTo>
                  <a:lnTo>
                    <a:pt x="3051454" y="3051454"/>
                  </a:lnTo>
                  <a:lnTo>
                    <a:pt x="0" y="0"/>
                  </a:lnTo>
                  <a:close/>
                </a:path>
              </a:pathLst>
            </a:custGeom>
            <a:solidFill>
              <a:srgbClr val="FFC62F"/>
            </a:solidFill>
          </p:spPr>
          <p:txBody>
            <a:bodyPr wrap="square" lIns="0" tIns="0" rIns="0" bIns="0" rtlCol="0"/>
            <a:lstStyle/>
            <a:p/>
          </p:txBody>
        </p:sp>
        <p:sp>
          <p:nvSpPr>
            <p:cNvPr id="7" name="object 7"/>
            <p:cNvSpPr/>
            <p:nvPr/>
          </p:nvSpPr>
          <p:spPr>
            <a:xfrm>
              <a:off x="16516896" y="0"/>
              <a:ext cx="1771650" cy="1771650"/>
            </a:xfrm>
            <a:custGeom>
              <a:avLst/>
              <a:gdLst/>
              <a:ahLst/>
              <a:cxnLst/>
              <a:rect l="l" t="t" r="r" b="b"/>
              <a:pathLst>
                <a:path w="1771650" h="1771650">
                  <a:moveTo>
                    <a:pt x="0" y="0"/>
                  </a:moveTo>
                  <a:lnTo>
                    <a:pt x="1771103" y="0"/>
                  </a:lnTo>
                  <a:lnTo>
                    <a:pt x="1771103" y="1771103"/>
                  </a:lnTo>
                  <a:lnTo>
                    <a:pt x="0" y="0"/>
                  </a:lnTo>
                  <a:close/>
                </a:path>
              </a:pathLst>
            </a:custGeom>
            <a:solidFill>
              <a:srgbClr val="002972"/>
            </a:solidFill>
          </p:spPr>
          <p:txBody>
            <a:bodyPr wrap="square" lIns="0" tIns="0" rIns="0" bIns="0" rtlCol="0"/>
            <a:lstStyle/>
            <a:p/>
          </p:txBody>
        </p:sp>
      </p:grpSp>
      <p:pic>
        <p:nvPicPr>
          <p:cNvPr id="8" name="object 8"/>
          <p:cNvPicPr/>
          <p:nvPr/>
        </p:nvPicPr>
        <p:blipFill>
          <a:blip r:embed="rId1" cstate="print"/>
          <a:stretch>
            <a:fillRect/>
          </a:stretch>
        </p:blipFill>
        <p:spPr>
          <a:xfrm>
            <a:off x="610204" y="2700428"/>
            <a:ext cx="109780" cy="109780"/>
          </a:xfrm>
          <a:prstGeom prst="rect">
            <a:avLst/>
          </a:prstGeom>
        </p:spPr>
      </p:pic>
      <p:pic>
        <p:nvPicPr>
          <p:cNvPr id="9" name="object 9"/>
          <p:cNvPicPr/>
          <p:nvPr/>
        </p:nvPicPr>
        <p:blipFill>
          <a:blip r:embed="rId2" cstate="print"/>
          <a:stretch>
            <a:fillRect/>
          </a:stretch>
        </p:blipFill>
        <p:spPr>
          <a:xfrm>
            <a:off x="610204" y="2281301"/>
            <a:ext cx="109780" cy="109780"/>
          </a:xfrm>
          <a:prstGeom prst="rect">
            <a:avLst/>
          </a:prstGeom>
        </p:spPr>
      </p:pic>
      <p:pic>
        <p:nvPicPr>
          <p:cNvPr id="10" name="object 10"/>
          <p:cNvPicPr/>
          <p:nvPr/>
        </p:nvPicPr>
        <p:blipFill>
          <a:blip r:embed="rId3" cstate="print"/>
          <a:stretch>
            <a:fillRect/>
          </a:stretch>
        </p:blipFill>
        <p:spPr>
          <a:xfrm>
            <a:off x="610205" y="1862148"/>
            <a:ext cx="109779" cy="109780"/>
          </a:xfrm>
          <a:prstGeom prst="rect">
            <a:avLst/>
          </a:prstGeom>
        </p:spPr>
      </p:pic>
      <p:pic>
        <p:nvPicPr>
          <p:cNvPr id="11" name="object 11"/>
          <p:cNvPicPr/>
          <p:nvPr/>
        </p:nvPicPr>
        <p:blipFill>
          <a:blip r:embed="rId3" cstate="print"/>
          <a:stretch>
            <a:fillRect/>
          </a:stretch>
        </p:blipFill>
        <p:spPr>
          <a:xfrm>
            <a:off x="610205" y="1443033"/>
            <a:ext cx="109779" cy="109780"/>
          </a:xfrm>
          <a:prstGeom prst="rect">
            <a:avLst/>
          </a:prstGeom>
        </p:spPr>
      </p:pic>
      <p:pic>
        <p:nvPicPr>
          <p:cNvPr id="12" name="object 12"/>
          <p:cNvPicPr/>
          <p:nvPr/>
        </p:nvPicPr>
        <p:blipFill>
          <a:blip r:embed="rId4" cstate="print"/>
          <a:stretch>
            <a:fillRect/>
          </a:stretch>
        </p:blipFill>
        <p:spPr>
          <a:xfrm>
            <a:off x="610205" y="1023906"/>
            <a:ext cx="109779" cy="109780"/>
          </a:xfrm>
          <a:prstGeom prst="rect">
            <a:avLst/>
          </a:prstGeom>
        </p:spPr>
      </p:pic>
      <p:pic>
        <p:nvPicPr>
          <p:cNvPr id="13" name="object 13"/>
          <p:cNvPicPr/>
          <p:nvPr/>
        </p:nvPicPr>
        <p:blipFill>
          <a:blip r:embed="rId5" cstate="print"/>
          <a:stretch>
            <a:fillRect/>
          </a:stretch>
        </p:blipFill>
        <p:spPr>
          <a:xfrm>
            <a:off x="610203" y="604778"/>
            <a:ext cx="109780" cy="109780"/>
          </a:xfrm>
          <a:prstGeom prst="rect">
            <a:avLst/>
          </a:prstGeom>
        </p:spPr>
      </p:pic>
      <p:pic>
        <p:nvPicPr>
          <p:cNvPr id="14" name="object 14"/>
          <p:cNvPicPr/>
          <p:nvPr/>
        </p:nvPicPr>
        <p:blipFill>
          <a:blip r:embed="rId6" cstate="print"/>
          <a:stretch>
            <a:fillRect/>
          </a:stretch>
        </p:blipFill>
        <p:spPr>
          <a:xfrm>
            <a:off x="971592" y="2700428"/>
            <a:ext cx="109780" cy="109780"/>
          </a:xfrm>
          <a:prstGeom prst="rect">
            <a:avLst/>
          </a:prstGeom>
        </p:spPr>
      </p:pic>
      <p:pic>
        <p:nvPicPr>
          <p:cNvPr id="15" name="object 15"/>
          <p:cNvPicPr/>
          <p:nvPr/>
        </p:nvPicPr>
        <p:blipFill>
          <a:blip r:embed="rId7" cstate="print"/>
          <a:stretch>
            <a:fillRect/>
          </a:stretch>
        </p:blipFill>
        <p:spPr>
          <a:xfrm>
            <a:off x="971641" y="2281297"/>
            <a:ext cx="109782" cy="109783"/>
          </a:xfrm>
          <a:prstGeom prst="rect">
            <a:avLst/>
          </a:prstGeom>
        </p:spPr>
      </p:pic>
      <p:pic>
        <p:nvPicPr>
          <p:cNvPr id="16" name="object 16"/>
          <p:cNvPicPr/>
          <p:nvPr/>
        </p:nvPicPr>
        <p:blipFill>
          <a:blip r:embed="rId8" cstate="print"/>
          <a:stretch>
            <a:fillRect/>
          </a:stretch>
        </p:blipFill>
        <p:spPr>
          <a:xfrm>
            <a:off x="971592" y="1862148"/>
            <a:ext cx="109780" cy="109780"/>
          </a:xfrm>
          <a:prstGeom prst="rect">
            <a:avLst/>
          </a:prstGeom>
        </p:spPr>
      </p:pic>
      <p:pic>
        <p:nvPicPr>
          <p:cNvPr id="17" name="object 17"/>
          <p:cNvPicPr/>
          <p:nvPr/>
        </p:nvPicPr>
        <p:blipFill>
          <a:blip r:embed="rId8" cstate="print"/>
          <a:stretch>
            <a:fillRect/>
          </a:stretch>
        </p:blipFill>
        <p:spPr>
          <a:xfrm>
            <a:off x="971592" y="1443033"/>
            <a:ext cx="109780" cy="109780"/>
          </a:xfrm>
          <a:prstGeom prst="rect">
            <a:avLst/>
          </a:prstGeom>
        </p:spPr>
      </p:pic>
      <p:pic>
        <p:nvPicPr>
          <p:cNvPr id="18" name="object 18"/>
          <p:cNvPicPr/>
          <p:nvPr/>
        </p:nvPicPr>
        <p:blipFill>
          <a:blip r:embed="rId9" cstate="print"/>
          <a:stretch>
            <a:fillRect/>
          </a:stretch>
        </p:blipFill>
        <p:spPr>
          <a:xfrm>
            <a:off x="971641" y="1023902"/>
            <a:ext cx="109782" cy="109784"/>
          </a:xfrm>
          <a:prstGeom prst="rect">
            <a:avLst/>
          </a:prstGeom>
        </p:spPr>
      </p:pic>
      <p:pic>
        <p:nvPicPr>
          <p:cNvPr id="19" name="object 19"/>
          <p:cNvPicPr/>
          <p:nvPr/>
        </p:nvPicPr>
        <p:blipFill>
          <a:blip r:embed="rId10" cstate="print"/>
          <a:stretch>
            <a:fillRect/>
          </a:stretch>
        </p:blipFill>
        <p:spPr>
          <a:xfrm>
            <a:off x="971640" y="604775"/>
            <a:ext cx="109782" cy="109783"/>
          </a:xfrm>
          <a:prstGeom prst="rect">
            <a:avLst/>
          </a:prstGeom>
        </p:spPr>
      </p:pic>
      <p:pic>
        <p:nvPicPr>
          <p:cNvPr id="20" name="object 20"/>
          <p:cNvPicPr/>
          <p:nvPr/>
        </p:nvPicPr>
        <p:blipFill>
          <a:blip r:embed="rId11" cstate="print"/>
          <a:stretch>
            <a:fillRect/>
          </a:stretch>
        </p:blipFill>
        <p:spPr>
          <a:xfrm>
            <a:off x="1332967" y="2700429"/>
            <a:ext cx="109780" cy="109779"/>
          </a:xfrm>
          <a:prstGeom prst="rect">
            <a:avLst/>
          </a:prstGeom>
        </p:spPr>
      </p:pic>
      <p:pic>
        <p:nvPicPr>
          <p:cNvPr id="21" name="object 21"/>
          <p:cNvPicPr/>
          <p:nvPr/>
        </p:nvPicPr>
        <p:blipFill>
          <a:blip r:embed="rId12" cstate="print"/>
          <a:stretch>
            <a:fillRect/>
          </a:stretch>
        </p:blipFill>
        <p:spPr>
          <a:xfrm>
            <a:off x="1332967" y="2281301"/>
            <a:ext cx="109780" cy="109780"/>
          </a:xfrm>
          <a:prstGeom prst="rect">
            <a:avLst/>
          </a:prstGeom>
        </p:spPr>
      </p:pic>
      <p:pic>
        <p:nvPicPr>
          <p:cNvPr id="22" name="object 22"/>
          <p:cNvPicPr/>
          <p:nvPr/>
        </p:nvPicPr>
        <p:blipFill>
          <a:blip r:embed="rId13" cstate="print"/>
          <a:stretch>
            <a:fillRect/>
          </a:stretch>
        </p:blipFill>
        <p:spPr>
          <a:xfrm>
            <a:off x="1332968" y="1862149"/>
            <a:ext cx="109779" cy="109778"/>
          </a:xfrm>
          <a:prstGeom prst="rect">
            <a:avLst/>
          </a:prstGeom>
        </p:spPr>
      </p:pic>
      <p:pic>
        <p:nvPicPr>
          <p:cNvPr id="23" name="object 23"/>
          <p:cNvPicPr/>
          <p:nvPr/>
        </p:nvPicPr>
        <p:blipFill>
          <a:blip r:embed="rId13" cstate="print"/>
          <a:stretch>
            <a:fillRect/>
          </a:stretch>
        </p:blipFill>
        <p:spPr>
          <a:xfrm>
            <a:off x="1332968" y="1443034"/>
            <a:ext cx="109779" cy="109779"/>
          </a:xfrm>
          <a:prstGeom prst="rect">
            <a:avLst/>
          </a:prstGeom>
        </p:spPr>
      </p:pic>
      <p:pic>
        <p:nvPicPr>
          <p:cNvPr id="24" name="object 24"/>
          <p:cNvPicPr/>
          <p:nvPr/>
        </p:nvPicPr>
        <p:blipFill>
          <a:blip r:embed="rId13" cstate="print"/>
          <a:stretch>
            <a:fillRect/>
          </a:stretch>
        </p:blipFill>
        <p:spPr>
          <a:xfrm>
            <a:off x="1332968" y="1023906"/>
            <a:ext cx="109779" cy="109779"/>
          </a:xfrm>
          <a:prstGeom prst="rect">
            <a:avLst/>
          </a:prstGeom>
        </p:spPr>
      </p:pic>
      <p:pic>
        <p:nvPicPr>
          <p:cNvPr id="25" name="object 25"/>
          <p:cNvPicPr/>
          <p:nvPr/>
        </p:nvPicPr>
        <p:blipFill>
          <a:blip r:embed="rId14" cstate="print"/>
          <a:stretch>
            <a:fillRect/>
          </a:stretch>
        </p:blipFill>
        <p:spPr>
          <a:xfrm>
            <a:off x="1332967" y="604779"/>
            <a:ext cx="109781" cy="109780"/>
          </a:xfrm>
          <a:prstGeom prst="rect">
            <a:avLst/>
          </a:prstGeom>
        </p:spPr>
      </p:pic>
      <p:pic>
        <p:nvPicPr>
          <p:cNvPr id="26" name="object 26"/>
          <p:cNvPicPr/>
          <p:nvPr/>
        </p:nvPicPr>
        <p:blipFill>
          <a:blip r:embed="rId15" cstate="print"/>
          <a:stretch>
            <a:fillRect/>
          </a:stretch>
        </p:blipFill>
        <p:spPr>
          <a:xfrm>
            <a:off x="16840804" y="9567953"/>
            <a:ext cx="109780" cy="109780"/>
          </a:xfrm>
          <a:prstGeom prst="rect">
            <a:avLst/>
          </a:prstGeom>
        </p:spPr>
      </p:pic>
      <p:pic>
        <p:nvPicPr>
          <p:cNvPr id="27" name="object 27"/>
          <p:cNvPicPr/>
          <p:nvPr/>
        </p:nvPicPr>
        <p:blipFill>
          <a:blip r:embed="rId2" cstate="print"/>
          <a:stretch>
            <a:fillRect/>
          </a:stretch>
        </p:blipFill>
        <p:spPr>
          <a:xfrm>
            <a:off x="16840804" y="9148825"/>
            <a:ext cx="109780" cy="109780"/>
          </a:xfrm>
          <a:prstGeom prst="rect">
            <a:avLst/>
          </a:prstGeom>
        </p:spPr>
      </p:pic>
      <p:pic>
        <p:nvPicPr>
          <p:cNvPr id="28" name="object 28"/>
          <p:cNvPicPr/>
          <p:nvPr/>
        </p:nvPicPr>
        <p:blipFill>
          <a:blip r:embed="rId3" cstate="print"/>
          <a:stretch>
            <a:fillRect/>
          </a:stretch>
        </p:blipFill>
        <p:spPr>
          <a:xfrm>
            <a:off x="16840804" y="8729673"/>
            <a:ext cx="109779" cy="109780"/>
          </a:xfrm>
          <a:prstGeom prst="rect">
            <a:avLst/>
          </a:prstGeom>
        </p:spPr>
      </p:pic>
      <p:pic>
        <p:nvPicPr>
          <p:cNvPr id="29" name="object 29"/>
          <p:cNvPicPr/>
          <p:nvPr/>
        </p:nvPicPr>
        <p:blipFill>
          <a:blip r:embed="rId3" cstate="print"/>
          <a:stretch>
            <a:fillRect/>
          </a:stretch>
        </p:blipFill>
        <p:spPr>
          <a:xfrm>
            <a:off x="16840804" y="8310558"/>
            <a:ext cx="109779" cy="109780"/>
          </a:xfrm>
          <a:prstGeom prst="rect">
            <a:avLst/>
          </a:prstGeom>
        </p:spPr>
      </p:pic>
      <p:pic>
        <p:nvPicPr>
          <p:cNvPr id="30" name="object 30"/>
          <p:cNvPicPr/>
          <p:nvPr/>
        </p:nvPicPr>
        <p:blipFill>
          <a:blip r:embed="rId3" cstate="print"/>
          <a:stretch>
            <a:fillRect/>
          </a:stretch>
        </p:blipFill>
        <p:spPr>
          <a:xfrm>
            <a:off x="16840804" y="7891430"/>
            <a:ext cx="109779" cy="109780"/>
          </a:xfrm>
          <a:prstGeom prst="rect">
            <a:avLst/>
          </a:prstGeom>
        </p:spPr>
      </p:pic>
      <p:pic>
        <p:nvPicPr>
          <p:cNvPr id="31" name="object 31"/>
          <p:cNvPicPr/>
          <p:nvPr/>
        </p:nvPicPr>
        <p:blipFill>
          <a:blip r:embed="rId16" cstate="print"/>
          <a:stretch>
            <a:fillRect/>
          </a:stretch>
        </p:blipFill>
        <p:spPr>
          <a:xfrm>
            <a:off x="16840803" y="7472302"/>
            <a:ext cx="109780" cy="109780"/>
          </a:xfrm>
          <a:prstGeom prst="rect">
            <a:avLst/>
          </a:prstGeom>
        </p:spPr>
      </p:pic>
      <p:pic>
        <p:nvPicPr>
          <p:cNvPr id="32" name="object 32"/>
          <p:cNvPicPr/>
          <p:nvPr/>
        </p:nvPicPr>
        <p:blipFill>
          <a:blip r:embed="rId2" cstate="print"/>
          <a:stretch>
            <a:fillRect/>
          </a:stretch>
        </p:blipFill>
        <p:spPr>
          <a:xfrm>
            <a:off x="17202191" y="9567953"/>
            <a:ext cx="109780" cy="109780"/>
          </a:xfrm>
          <a:prstGeom prst="rect">
            <a:avLst/>
          </a:prstGeom>
        </p:spPr>
      </p:pic>
      <p:pic>
        <p:nvPicPr>
          <p:cNvPr id="33" name="object 33"/>
          <p:cNvPicPr/>
          <p:nvPr/>
        </p:nvPicPr>
        <p:blipFill>
          <a:blip r:embed="rId8" cstate="print"/>
          <a:stretch>
            <a:fillRect/>
          </a:stretch>
        </p:blipFill>
        <p:spPr>
          <a:xfrm>
            <a:off x="17202191" y="8729673"/>
            <a:ext cx="109780" cy="109780"/>
          </a:xfrm>
          <a:prstGeom prst="rect">
            <a:avLst/>
          </a:prstGeom>
        </p:spPr>
      </p:pic>
      <p:pic>
        <p:nvPicPr>
          <p:cNvPr id="34" name="object 34"/>
          <p:cNvPicPr/>
          <p:nvPr/>
        </p:nvPicPr>
        <p:blipFill>
          <a:blip r:embed="rId17" cstate="print"/>
          <a:stretch>
            <a:fillRect/>
          </a:stretch>
        </p:blipFill>
        <p:spPr>
          <a:xfrm>
            <a:off x="17202239" y="9148822"/>
            <a:ext cx="109782" cy="109783"/>
          </a:xfrm>
          <a:prstGeom prst="rect">
            <a:avLst/>
          </a:prstGeom>
        </p:spPr>
      </p:pic>
      <p:pic>
        <p:nvPicPr>
          <p:cNvPr id="35" name="object 35"/>
          <p:cNvPicPr/>
          <p:nvPr/>
        </p:nvPicPr>
        <p:blipFill>
          <a:blip r:embed="rId8" cstate="print"/>
          <a:stretch>
            <a:fillRect/>
          </a:stretch>
        </p:blipFill>
        <p:spPr>
          <a:xfrm>
            <a:off x="17202191" y="8310558"/>
            <a:ext cx="109780" cy="109780"/>
          </a:xfrm>
          <a:prstGeom prst="rect">
            <a:avLst/>
          </a:prstGeom>
        </p:spPr>
      </p:pic>
      <p:pic>
        <p:nvPicPr>
          <p:cNvPr id="36" name="object 36"/>
          <p:cNvPicPr/>
          <p:nvPr/>
        </p:nvPicPr>
        <p:blipFill>
          <a:blip r:embed="rId18" cstate="print"/>
          <a:stretch>
            <a:fillRect/>
          </a:stretch>
        </p:blipFill>
        <p:spPr>
          <a:xfrm>
            <a:off x="17202239" y="7891427"/>
            <a:ext cx="109782" cy="109784"/>
          </a:xfrm>
          <a:prstGeom prst="rect">
            <a:avLst/>
          </a:prstGeom>
        </p:spPr>
      </p:pic>
      <p:pic>
        <p:nvPicPr>
          <p:cNvPr id="37" name="object 37"/>
          <p:cNvPicPr/>
          <p:nvPr/>
        </p:nvPicPr>
        <p:blipFill>
          <a:blip r:embed="rId10" cstate="print"/>
          <a:stretch>
            <a:fillRect/>
          </a:stretch>
        </p:blipFill>
        <p:spPr>
          <a:xfrm>
            <a:off x="17202239" y="7472299"/>
            <a:ext cx="109782" cy="109783"/>
          </a:xfrm>
          <a:prstGeom prst="rect">
            <a:avLst/>
          </a:prstGeom>
        </p:spPr>
      </p:pic>
      <p:pic>
        <p:nvPicPr>
          <p:cNvPr id="38" name="object 38"/>
          <p:cNvPicPr/>
          <p:nvPr/>
        </p:nvPicPr>
        <p:blipFill>
          <a:blip r:embed="rId19" cstate="print"/>
          <a:stretch>
            <a:fillRect/>
          </a:stretch>
        </p:blipFill>
        <p:spPr>
          <a:xfrm>
            <a:off x="17563566" y="9567953"/>
            <a:ext cx="109780" cy="109779"/>
          </a:xfrm>
          <a:prstGeom prst="rect">
            <a:avLst/>
          </a:prstGeom>
        </p:spPr>
      </p:pic>
      <p:pic>
        <p:nvPicPr>
          <p:cNvPr id="39" name="object 39"/>
          <p:cNvPicPr/>
          <p:nvPr/>
        </p:nvPicPr>
        <p:blipFill>
          <a:blip r:embed="rId20" cstate="print"/>
          <a:stretch>
            <a:fillRect/>
          </a:stretch>
        </p:blipFill>
        <p:spPr>
          <a:xfrm>
            <a:off x="17563566" y="9148825"/>
            <a:ext cx="109780" cy="109780"/>
          </a:xfrm>
          <a:prstGeom prst="rect">
            <a:avLst/>
          </a:prstGeom>
        </p:spPr>
      </p:pic>
      <p:pic>
        <p:nvPicPr>
          <p:cNvPr id="40" name="object 40"/>
          <p:cNvPicPr/>
          <p:nvPr/>
        </p:nvPicPr>
        <p:blipFill>
          <a:blip r:embed="rId13" cstate="print"/>
          <a:stretch>
            <a:fillRect/>
          </a:stretch>
        </p:blipFill>
        <p:spPr>
          <a:xfrm>
            <a:off x="17563568" y="8729674"/>
            <a:ext cx="109779" cy="109778"/>
          </a:xfrm>
          <a:prstGeom prst="rect">
            <a:avLst/>
          </a:prstGeom>
        </p:spPr>
      </p:pic>
      <p:pic>
        <p:nvPicPr>
          <p:cNvPr id="41" name="object 41"/>
          <p:cNvPicPr/>
          <p:nvPr/>
        </p:nvPicPr>
        <p:blipFill>
          <a:blip r:embed="rId13" cstate="print"/>
          <a:stretch>
            <a:fillRect/>
          </a:stretch>
        </p:blipFill>
        <p:spPr>
          <a:xfrm>
            <a:off x="17563568" y="8310558"/>
            <a:ext cx="109779" cy="109779"/>
          </a:xfrm>
          <a:prstGeom prst="rect">
            <a:avLst/>
          </a:prstGeom>
        </p:spPr>
      </p:pic>
      <p:pic>
        <p:nvPicPr>
          <p:cNvPr id="42" name="object 42"/>
          <p:cNvPicPr/>
          <p:nvPr/>
        </p:nvPicPr>
        <p:blipFill>
          <a:blip r:embed="rId13" cstate="print"/>
          <a:stretch>
            <a:fillRect/>
          </a:stretch>
        </p:blipFill>
        <p:spPr>
          <a:xfrm>
            <a:off x="17563568" y="7891431"/>
            <a:ext cx="109779" cy="109779"/>
          </a:xfrm>
          <a:prstGeom prst="rect">
            <a:avLst/>
          </a:prstGeom>
        </p:spPr>
      </p:pic>
      <p:pic>
        <p:nvPicPr>
          <p:cNvPr id="43" name="object 43"/>
          <p:cNvPicPr/>
          <p:nvPr/>
        </p:nvPicPr>
        <p:blipFill>
          <a:blip r:embed="rId21" cstate="print"/>
          <a:stretch>
            <a:fillRect/>
          </a:stretch>
        </p:blipFill>
        <p:spPr>
          <a:xfrm>
            <a:off x="17563566" y="7472303"/>
            <a:ext cx="109781" cy="109780"/>
          </a:xfrm>
          <a:prstGeom prst="rect">
            <a:avLst/>
          </a:prstGeom>
        </p:spPr>
      </p:pic>
      <p:sp>
        <p:nvSpPr>
          <p:cNvPr id="44" name="object 44"/>
          <p:cNvSpPr txBox="1">
            <a:spLocks noGrp="1"/>
          </p:cNvSpPr>
          <p:nvPr>
            <p:ph type="title"/>
          </p:nvPr>
        </p:nvSpPr>
        <p:spPr>
          <a:prstGeom prst="rect">
            <a:avLst/>
          </a:prstGeom>
        </p:spPr>
        <p:txBody>
          <a:bodyPr vert="horz" wrap="square" lIns="0" tIns="495769" rIns="0" bIns="0" rtlCol="0">
            <a:spAutoFit/>
          </a:bodyPr>
          <a:lstStyle/>
          <a:p>
            <a:pPr marL="1048385">
              <a:lnSpc>
                <a:spcPct val="100000"/>
              </a:lnSpc>
              <a:spcBef>
                <a:spcPts val="100"/>
              </a:spcBef>
            </a:pPr>
            <a:r>
              <a:rPr spc="180" dirty="0"/>
              <a:t>EXISTING</a:t>
            </a:r>
            <a:r>
              <a:rPr spc="105" dirty="0"/>
              <a:t> </a:t>
            </a:r>
            <a:r>
              <a:rPr spc="-10" dirty="0"/>
              <a:t>SYSTEM</a:t>
            </a:r>
            <a:endParaRPr spc="-10" dirty="0"/>
          </a:p>
        </p:txBody>
      </p:sp>
      <p:pic>
        <p:nvPicPr>
          <p:cNvPr id="45" name="object 45"/>
          <p:cNvPicPr/>
          <p:nvPr/>
        </p:nvPicPr>
        <p:blipFill>
          <a:blip r:embed="rId22" cstate="print"/>
          <a:stretch>
            <a:fillRect/>
          </a:stretch>
        </p:blipFill>
        <p:spPr>
          <a:xfrm>
            <a:off x="1746249" y="43199"/>
            <a:ext cx="2162174" cy="2162174"/>
          </a:xfrm>
          <a:prstGeom prst="rect">
            <a:avLst/>
          </a:prstGeom>
        </p:spPr>
      </p:pic>
      <p:pic>
        <p:nvPicPr>
          <p:cNvPr id="46" name="object 46"/>
          <p:cNvPicPr/>
          <p:nvPr/>
        </p:nvPicPr>
        <p:blipFill>
          <a:blip r:embed="rId23" cstate="print"/>
          <a:stretch>
            <a:fillRect/>
          </a:stretch>
        </p:blipFill>
        <p:spPr>
          <a:xfrm>
            <a:off x="13447107" y="0"/>
            <a:ext cx="2867024" cy="2559063"/>
          </a:xfrm>
          <a:prstGeom prst="rect">
            <a:avLst/>
          </a:prstGeom>
        </p:spPr>
      </p:pic>
      <p:sp>
        <p:nvSpPr>
          <p:cNvPr id="48" name="TextBox 47"/>
          <p:cNvSpPr txBox="1"/>
          <p:nvPr/>
        </p:nvSpPr>
        <p:spPr>
          <a:xfrm>
            <a:off x="3594994" y="4252856"/>
            <a:ext cx="10578205" cy="3170099"/>
          </a:xfrm>
          <a:prstGeom prst="rect">
            <a:avLst/>
          </a:prstGeom>
          <a:noFill/>
        </p:spPr>
        <p:txBody>
          <a:bodyPr wrap="square">
            <a:spAutoFit/>
          </a:bodyPr>
          <a:lstStyle/>
          <a:p>
            <a:pPr marL="571500" indent="-571500">
              <a:buFont typeface="Wingdings" panose="05000000000000000000" pitchFamily="2" charset="2"/>
              <a:buChar char="Ø"/>
            </a:pPr>
            <a:r>
              <a:rPr lang="en-US" sz="4000" b="1" dirty="0">
                <a:solidFill>
                  <a:schemeClr val="accent2">
                    <a:lumMod val="75000"/>
                  </a:schemeClr>
                </a:solidFill>
              </a:rPr>
              <a:t>Traditional marketing without data analysis</a:t>
            </a:r>
            <a:endParaRPr lang="en-US" sz="4000" b="1" dirty="0">
              <a:solidFill>
                <a:schemeClr val="accent2">
                  <a:lumMod val="75000"/>
                </a:schemeClr>
              </a:solidFill>
            </a:endParaRPr>
          </a:p>
          <a:p>
            <a:pPr marL="571500" indent="-571500">
              <a:buFont typeface="Wingdings" panose="05000000000000000000" pitchFamily="2" charset="2"/>
              <a:buChar char="Ø"/>
            </a:pPr>
            <a:r>
              <a:rPr lang="en-US" sz="4000" b="1" dirty="0">
                <a:solidFill>
                  <a:schemeClr val="accent2">
                    <a:lumMod val="75000"/>
                  </a:schemeClr>
                </a:solidFill>
              </a:rPr>
              <a:t>Generalized customer targeting</a:t>
            </a:r>
            <a:endParaRPr lang="en-US" sz="4000" b="1" dirty="0">
              <a:solidFill>
                <a:schemeClr val="accent2">
                  <a:lumMod val="75000"/>
                </a:schemeClr>
              </a:solidFill>
            </a:endParaRPr>
          </a:p>
          <a:p>
            <a:pPr marL="571500" indent="-571500">
              <a:buFont typeface="Wingdings" panose="05000000000000000000" pitchFamily="2" charset="2"/>
              <a:buChar char="Ø"/>
            </a:pPr>
            <a:r>
              <a:rPr lang="en-US" sz="4000" b="1" dirty="0">
                <a:solidFill>
                  <a:schemeClr val="accent2">
                    <a:lumMod val="75000"/>
                  </a:schemeClr>
                </a:solidFill>
              </a:rPr>
              <a:t>Limited understanding of customer behavior</a:t>
            </a:r>
            <a:endParaRPr lang="en-IN" sz="4000" b="1" dirty="0">
              <a:solidFill>
                <a:schemeClr val="accent2">
                  <a:lumMod val="75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4411980" cy="3029585"/>
            <a:chOff x="0" y="0"/>
            <a:chExt cx="4411980" cy="3029585"/>
          </a:xfrm>
        </p:grpSpPr>
        <p:sp>
          <p:nvSpPr>
            <p:cNvPr id="3" name="object 3"/>
            <p:cNvSpPr/>
            <p:nvPr/>
          </p:nvSpPr>
          <p:spPr>
            <a:xfrm>
              <a:off x="0" y="0"/>
              <a:ext cx="4411980" cy="3029585"/>
            </a:xfrm>
            <a:custGeom>
              <a:avLst/>
              <a:gdLst/>
              <a:ahLst/>
              <a:cxnLst/>
              <a:rect l="l" t="t" r="r" b="b"/>
              <a:pathLst>
                <a:path w="4411980" h="3029585">
                  <a:moveTo>
                    <a:pt x="4411776" y="0"/>
                  </a:moveTo>
                  <a:lnTo>
                    <a:pt x="0" y="0"/>
                  </a:lnTo>
                  <a:lnTo>
                    <a:pt x="0" y="3029342"/>
                  </a:lnTo>
                  <a:lnTo>
                    <a:pt x="3028998" y="344"/>
                  </a:lnTo>
                  <a:lnTo>
                    <a:pt x="4411776" y="344"/>
                  </a:lnTo>
                  <a:lnTo>
                    <a:pt x="4411776" y="0"/>
                  </a:lnTo>
                  <a:close/>
                </a:path>
              </a:pathLst>
            </a:custGeom>
            <a:solidFill>
              <a:srgbClr val="FFC62F"/>
            </a:solidFill>
          </p:spPr>
          <p:txBody>
            <a:bodyPr wrap="square" lIns="0" tIns="0" rIns="0" bIns="0" rtlCol="0"/>
            <a:lstStyle/>
            <a:p/>
          </p:txBody>
        </p:sp>
        <p:sp>
          <p:nvSpPr>
            <p:cNvPr id="4" name="object 4"/>
            <p:cNvSpPr/>
            <p:nvPr/>
          </p:nvSpPr>
          <p:spPr>
            <a:xfrm>
              <a:off x="0" y="0"/>
              <a:ext cx="1749425" cy="1749425"/>
            </a:xfrm>
            <a:custGeom>
              <a:avLst/>
              <a:gdLst/>
              <a:ahLst/>
              <a:cxnLst/>
              <a:rect l="l" t="t" r="r" b="b"/>
              <a:pathLst>
                <a:path w="1749425" h="1749425">
                  <a:moveTo>
                    <a:pt x="1748991" y="0"/>
                  </a:moveTo>
                  <a:lnTo>
                    <a:pt x="0" y="0"/>
                  </a:lnTo>
                  <a:lnTo>
                    <a:pt x="0" y="1748991"/>
                  </a:lnTo>
                  <a:lnTo>
                    <a:pt x="1748991" y="0"/>
                  </a:lnTo>
                  <a:close/>
                </a:path>
              </a:pathLst>
            </a:custGeom>
            <a:solidFill>
              <a:srgbClr val="002972"/>
            </a:solidFill>
          </p:spPr>
          <p:txBody>
            <a:bodyPr wrap="square" lIns="0" tIns="0" rIns="0" bIns="0" rtlCol="0"/>
            <a:lstStyle/>
            <a:p/>
          </p:txBody>
        </p:sp>
        <p:sp>
          <p:nvSpPr>
            <p:cNvPr id="5" name="object 5"/>
            <p:cNvSpPr/>
            <p:nvPr/>
          </p:nvSpPr>
          <p:spPr>
            <a:xfrm>
              <a:off x="0" y="0"/>
              <a:ext cx="3232150" cy="635"/>
            </a:xfrm>
            <a:custGeom>
              <a:avLst/>
              <a:gdLst/>
              <a:ahLst/>
              <a:cxnLst/>
              <a:rect l="l" t="t" r="r" b="b"/>
              <a:pathLst>
                <a:path w="3232150" h="635">
                  <a:moveTo>
                    <a:pt x="3231674" y="0"/>
                  </a:moveTo>
                  <a:lnTo>
                    <a:pt x="3231674" y="344"/>
                  </a:lnTo>
                  <a:lnTo>
                    <a:pt x="0" y="344"/>
                  </a:lnTo>
                  <a:lnTo>
                    <a:pt x="0" y="0"/>
                  </a:lnTo>
                  <a:lnTo>
                    <a:pt x="3231674" y="0"/>
                  </a:lnTo>
                  <a:close/>
                </a:path>
              </a:pathLst>
            </a:custGeom>
            <a:solidFill>
              <a:srgbClr val="032361"/>
            </a:solidFill>
          </p:spPr>
          <p:txBody>
            <a:bodyPr wrap="square" lIns="0" tIns="0" rIns="0" bIns="0" rtlCol="0"/>
            <a:lstStyle/>
            <a:p/>
          </p:txBody>
        </p:sp>
      </p:grpSp>
      <p:grpSp>
        <p:nvGrpSpPr>
          <p:cNvPr id="6" name="object 6"/>
          <p:cNvGrpSpPr/>
          <p:nvPr/>
        </p:nvGrpSpPr>
        <p:grpSpPr>
          <a:xfrm>
            <a:off x="13854112" y="7235545"/>
            <a:ext cx="4434205" cy="3051810"/>
            <a:chOff x="13854112" y="7235545"/>
            <a:chExt cx="4434205" cy="3051810"/>
          </a:xfrm>
        </p:grpSpPr>
        <p:sp>
          <p:nvSpPr>
            <p:cNvPr id="7" name="object 7"/>
            <p:cNvSpPr/>
            <p:nvPr/>
          </p:nvSpPr>
          <p:spPr>
            <a:xfrm>
              <a:off x="13854112" y="7235545"/>
              <a:ext cx="4434205" cy="3051810"/>
            </a:xfrm>
            <a:custGeom>
              <a:avLst/>
              <a:gdLst/>
              <a:ahLst/>
              <a:cxnLst/>
              <a:rect l="l" t="t" r="r" b="b"/>
              <a:pathLst>
                <a:path w="4434205" h="3051809">
                  <a:moveTo>
                    <a:pt x="0" y="3051454"/>
                  </a:moveTo>
                  <a:lnTo>
                    <a:pt x="4433888" y="3051454"/>
                  </a:lnTo>
                  <a:lnTo>
                    <a:pt x="4433888" y="0"/>
                  </a:lnTo>
                  <a:lnTo>
                    <a:pt x="1382778" y="3051109"/>
                  </a:lnTo>
                  <a:lnTo>
                    <a:pt x="0" y="3051109"/>
                  </a:lnTo>
                  <a:lnTo>
                    <a:pt x="0" y="3051454"/>
                  </a:lnTo>
                  <a:close/>
                </a:path>
              </a:pathLst>
            </a:custGeom>
            <a:solidFill>
              <a:srgbClr val="FFC62F"/>
            </a:solidFill>
          </p:spPr>
          <p:txBody>
            <a:bodyPr wrap="square" lIns="0" tIns="0" rIns="0" bIns="0" rtlCol="0"/>
            <a:lstStyle/>
            <a:p/>
          </p:txBody>
        </p:sp>
        <p:sp>
          <p:nvSpPr>
            <p:cNvPr id="8" name="object 8"/>
            <p:cNvSpPr/>
            <p:nvPr/>
          </p:nvSpPr>
          <p:spPr>
            <a:xfrm>
              <a:off x="16516897" y="8515895"/>
              <a:ext cx="1771650" cy="1771650"/>
            </a:xfrm>
            <a:custGeom>
              <a:avLst/>
              <a:gdLst/>
              <a:ahLst/>
              <a:cxnLst/>
              <a:rect l="l" t="t" r="r" b="b"/>
              <a:pathLst>
                <a:path w="1771650" h="1771650">
                  <a:moveTo>
                    <a:pt x="0" y="1771103"/>
                  </a:moveTo>
                  <a:lnTo>
                    <a:pt x="1771103" y="1771103"/>
                  </a:lnTo>
                  <a:lnTo>
                    <a:pt x="1771103" y="0"/>
                  </a:lnTo>
                  <a:lnTo>
                    <a:pt x="0" y="1771103"/>
                  </a:lnTo>
                  <a:close/>
                </a:path>
              </a:pathLst>
            </a:custGeom>
            <a:solidFill>
              <a:srgbClr val="002972"/>
            </a:solidFill>
          </p:spPr>
          <p:txBody>
            <a:bodyPr wrap="square" lIns="0" tIns="0" rIns="0" bIns="0" rtlCol="0"/>
            <a:lstStyle/>
            <a:p/>
          </p:txBody>
        </p:sp>
        <p:sp>
          <p:nvSpPr>
            <p:cNvPr id="9" name="object 9"/>
            <p:cNvSpPr/>
            <p:nvPr/>
          </p:nvSpPr>
          <p:spPr>
            <a:xfrm>
              <a:off x="15034214" y="10286654"/>
              <a:ext cx="3254375" cy="635"/>
            </a:xfrm>
            <a:custGeom>
              <a:avLst/>
              <a:gdLst/>
              <a:ahLst/>
              <a:cxnLst/>
              <a:rect l="l" t="t" r="r" b="b"/>
              <a:pathLst>
                <a:path w="3254375" h="634">
                  <a:moveTo>
                    <a:pt x="0" y="344"/>
                  </a:moveTo>
                  <a:lnTo>
                    <a:pt x="0" y="0"/>
                  </a:lnTo>
                  <a:lnTo>
                    <a:pt x="3253786" y="0"/>
                  </a:lnTo>
                  <a:lnTo>
                    <a:pt x="3253786" y="344"/>
                  </a:lnTo>
                  <a:lnTo>
                    <a:pt x="0" y="344"/>
                  </a:lnTo>
                  <a:close/>
                </a:path>
              </a:pathLst>
            </a:custGeom>
            <a:solidFill>
              <a:srgbClr val="032361"/>
            </a:solidFill>
          </p:spPr>
          <p:txBody>
            <a:bodyPr wrap="square" lIns="0" tIns="0" rIns="0" bIns="0" rtlCol="0"/>
            <a:lstStyle/>
            <a:p/>
          </p:txBody>
        </p:sp>
      </p:grpSp>
      <p:pic>
        <p:nvPicPr>
          <p:cNvPr id="10" name="object 10"/>
          <p:cNvPicPr/>
          <p:nvPr/>
        </p:nvPicPr>
        <p:blipFill>
          <a:blip r:embed="rId1" cstate="print"/>
          <a:stretch>
            <a:fillRect/>
          </a:stretch>
        </p:blipFill>
        <p:spPr>
          <a:xfrm>
            <a:off x="610204" y="9567953"/>
            <a:ext cx="109780" cy="109780"/>
          </a:xfrm>
          <a:prstGeom prst="rect">
            <a:avLst/>
          </a:prstGeom>
        </p:spPr>
      </p:pic>
      <p:pic>
        <p:nvPicPr>
          <p:cNvPr id="11" name="object 11"/>
          <p:cNvPicPr/>
          <p:nvPr/>
        </p:nvPicPr>
        <p:blipFill>
          <a:blip r:embed="rId2" cstate="print"/>
          <a:stretch>
            <a:fillRect/>
          </a:stretch>
        </p:blipFill>
        <p:spPr>
          <a:xfrm>
            <a:off x="610204" y="9148825"/>
            <a:ext cx="109780" cy="109780"/>
          </a:xfrm>
          <a:prstGeom prst="rect">
            <a:avLst/>
          </a:prstGeom>
        </p:spPr>
      </p:pic>
      <p:pic>
        <p:nvPicPr>
          <p:cNvPr id="12" name="object 12"/>
          <p:cNvPicPr/>
          <p:nvPr/>
        </p:nvPicPr>
        <p:blipFill>
          <a:blip r:embed="rId3" cstate="print"/>
          <a:stretch>
            <a:fillRect/>
          </a:stretch>
        </p:blipFill>
        <p:spPr>
          <a:xfrm>
            <a:off x="610205" y="8729673"/>
            <a:ext cx="109779" cy="109780"/>
          </a:xfrm>
          <a:prstGeom prst="rect">
            <a:avLst/>
          </a:prstGeom>
        </p:spPr>
      </p:pic>
      <p:pic>
        <p:nvPicPr>
          <p:cNvPr id="13" name="object 13"/>
          <p:cNvPicPr/>
          <p:nvPr/>
        </p:nvPicPr>
        <p:blipFill>
          <a:blip r:embed="rId3" cstate="print"/>
          <a:stretch>
            <a:fillRect/>
          </a:stretch>
        </p:blipFill>
        <p:spPr>
          <a:xfrm>
            <a:off x="610205" y="8310558"/>
            <a:ext cx="109779" cy="109780"/>
          </a:xfrm>
          <a:prstGeom prst="rect">
            <a:avLst/>
          </a:prstGeom>
        </p:spPr>
      </p:pic>
      <p:pic>
        <p:nvPicPr>
          <p:cNvPr id="14" name="object 14"/>
          <p:cNvPicPr/>
          <p:nvPr/>
        </p:nvPicPr>
        <p:blipFill>
          <a:blip r:embed="rId3" cstate="print"/>
          <a:stretch>
            <a:fillRect/>
          </a:stretch>
        </p:blipFill>
        <p:spPr>
          <a:xfrm>
            <a:off x="610205" y="7891430"/>
            <a:ext cx="109779" cy="109780"/>
          </a:xfrm>
          <a:prstGeom prst="rect">
            <a:avLst/>
          </a:prstGeom>
        </p:spPr>
      </p:pic>
      <p:pic>
        <p:nvPicPr>
          <p:cNvPr id="15" name="object 15"/>
          <p:cNvPicPr/>
          <p:nvPr/>
        </p:nvPicPr>
        <p:blipFill>
          <a:blip r:embed="rId4" cstate="print"/>
          <a:stretch>
            <a:fillRect/>
          </a:stretch>
        </p:blipFill>
        <p:spPr>
          <a:xfrm>
            <a:off x="610203" y="7472302"/>
            <a:ext cx="109780" cy="109780"/>
          </a:xfrm>
          <a:prstGeom prst="rect">
            <a:avLst/>
          </a:prstGeom>
        </p:spPr>
      </p:pic>
      <p:pic>
        <p:nvPicPr>
          <p:cNvPr id="16" name="object 16"/>
          <p:cNvPicPr/>
          <p:nvPr/>
        </p:nvPicPr>
        <p:blipFill>
          <a:blip r:embed="rId5" cstate="print"/>
          <a:stretch>
            <a:fillRect/>
          </a:stretch>
        </p:blipFill>
        <p:spPr>
          <a:xfrm>
            <a:off x="971592" y="9567953"/>
            <a:ext cx="109780" cy="109780"/>
          </a:xfrm>
          <a:prstGeom prst="rect">
            <a:avLst/>
          </a:prstGeom>
        </p:spPr>
      </p:pic>
      <p:pic>
        <p:nvPicPr>
          <p:cNvPr id="17" name="object 17"/>
          <p:cNvPicPr/>
          <p:nvPr/>
        </p:nvPicPr>
        <p:blipFill>
          <a:blip r:embed="rId6" cstate="print"/>
          <a:stretch>
            <a:fillRect/>
          </a:stretch>
        </p:blipFill>
        <p:spPr>
          <a:xfrm>
            <a:off x="971641" y="9148822"/>
            <a:ext cx="109782" cy="109783"/>
          </a:xfrm>
          <a:prstGeom prst="rect">
            <a:avLst/>
          </a:prstGeom>
        </p:spPr>
      </p:pic>
      <p:pic>
        <p:nvPicPr>
          <p:cNvPr id="18" name="object 18"/>
          <p:cNvPicPr/>
          <p:nvPr/>
        </p:nvPicPr>
        <p:blipFill>
          <a:blip r:embed="rId7" cstate="print"/>
          <a:stretch>
            <a:fillRect/>
          </a:stretch>
        </p:blipFill>
        <p:spPr>
          <a:xfrm>
            <a:off x="971592" y="8729673"/>
            <a:ext cx="109780" cy="109780"/>
          </a:xfrm>
          <a:prstGeom prst="rect">
            <a:avLst/>
          </a:prstGeom>
        </p:spPr>
      </p:pic>
      <p:pic>
        <p:nvPicPr>
          <p:cNvPr id="19" name="object 19"/>
          <p:cNvPicPr/>
          <p:nvPr/>
        </p:nvPicPr>
        <p:blipFill>
          <a:blip r:embed="rId7" cstate="print"/>
          <a:stretch>
            <a:fillRect/>
          </a:stretch>
        </p:blipFill>
        <p:spPr>
          <a:xfrm>
            <a:off x="971592" y="8310558"/>
            <a:ext cx="109780" cy="109780"/>
          </a:xfrm>
          <a:prstGeom prst="rect">
            <a:avLst/>
          </a:prstGeom>
        </p:spPr>
      </p:pic>
      <p:pic>
        <p:nvPicPr>
          <p:cNvPr id="20" name="object 20"/>
          <p:cNvPicPr/>
          <p:nvPr/>
        </p:nvPicPr>
        <p:blipFill>
          <a:blip r:embed="rId8" cstate="print"/>
          <a:stretch>
            <a:fillRect/>
          </a:stretch>
        </p:blipFill>
        <p:spPr>
          <a:xfrm>
            <a:off x="971641" y="7891427"/>
            <a:ext cx="109782" cy="109784"/>
          </a:xfrm>
          <a:prstGeom prst="rect">
            <a:avLst/>
          </a:prstGeom>
        </p:spPr>
      </p:pic>
      <p:pic>
        <p:nvPicPr>
          <p:cNvPr id="21" name="object 21"/>
          <p:cNvPicPr/>
          <p:nvPr/>
        </p:nvPicPr>
        <p:blipFill>
          <a:blip r:embed="rId9" cstate="print"/>
          <a:stretch>
            <a:fillRect/>
          </a:stretch>
        </p:blipFill>
        <p:spPr>
          <a:xfrm>
            <a:off x="971640" y="7472299"/>
            <a:ext cx="109782" cy="109783"/>
          </a:xfrm>
          <a:prstGeom prst="rect">
            <a:avLst/>
          </a:prstGeom>
        </p:spPr>
      </p:pic>
      <p:pic>
        <p:nvPicPr>
          <p:cNvPr id="22" name="object 22"/>
          <p:cNvPicPr/>
          <p:nvPr/>
        </p:nvPicPr>
        <p:blipFill>
          <a:blip r:embed="rId10" cstate="print"/>
          <a:stretch>
            <a:fillRect/>
          </a:stretch>
        </p:blipFill>
        <p:spPr>
          <a:xfrm>
            <a:off x="1332967" y="9567953"/>
            <a:ext cx="109780" cy="109779"/>
          </a:xfrm>
          <a:prstGeom prst="rect">
            <a:avLst/>
          </a:prstGeom>
        </p:spPr>
      </p:pic>
      <p:pic>
        <p:nvPicPr>
          <p:cNvPr id="23" name="object 23"/>
          <p:cNvPicPr/>
          <p:nvPr/>
        </p:nvPicPr>
        <p:blipFill>
          <a:blip r:embed="rId11" cstate="print"/>
          <a:stretch>
            <a:fillRect/>
          </a:stretch>
        </p:blipFill>
        <p:spPr>
          <a:xfrm>
            <a:off x="1332967" y="9148825"/>
            <a:ext cx="109780" cy="109780"/>
          </a:xfrm>
          <a:prstGeom prst="rect">
            <a:avLst/>
          </a:prstGeom>
        </p:spPr>
      </p:pic>
      <p:pic>
        <p:nvPicPr>
          <p:cNvPr id="24" name="object 24"/>
          <p:cNvPicPr/>
          <p:nvPr/>
        </p:nvPicPr>
        <p:blipFill>
          <a:blip r:embed="rId12" cstate="print"/>
          <a:stretch>
            <a:fillRect/>
          </a:stretch>
        </p:blipFill>
        <p:spPr>
          <a:xfrm>
            <a:off x="1332968" y="8729674"/>
            <a:ext cx="109779" cy="109778"/>
          </a:xfrm>
          <a:prstGeom prst="rect">
            <a:avLst/>
          </a:prstGeom>
        </p:spPr>
      </p:pic>
      <p:pic>
        <p:nvPicPr>
          <p:cNvPr id="25" name="object 25"/>
          <p:cNvPicPr/>
          <p:nvPr/>
        </p:nvPicPr>
        <p:blipFill>
          <a:blip r:embed="rId12" cstate="print"/>
          <a:stretch>
            <a:fillRect/>
          </a:stretch>
        </p:blipFill>
        <p:spPr>
          <a:xfrm>
            <a:off x="1332968" y="8310558"/>
            <a:ext cx="109779" cy="109779"/>
          </a:xfrm>
          <a:prstGeom prst="rect">
            <a:avLst/>
          </a:prstGeom>
        </p:spPr>
      </p:pic>
      <p:pic>
        <p:nvPicPr>
          <p:cNvPr id="26" name="object 26"/>
          <p:cNvPicPr/>
          <p:nvPr/>
        </p:nvPicPr>
        <p:blipFill>
          <a:blip r:embed="rId12" cstate="print"/>
          <a:stretch>
            <a:fillRect/>
          </a:stretch>
        </p:blipFill>
        <p:spPr>
          <a:xfrm>
            <a:off x="1332968" y="7891431"/>
            <a:ext cx="109779" cy="109779"/>
          </a:xfrm>
          <a:prstGeom prst="rect">
            <a:avLst/>
          </a:prstGeom>
        </p:spPr>
      </p:pic>
      <p:pic>
        <p:nvPicPr>
          <p:cNvPr id="27" name="object 27"/>
          <p:cNvPicPr/>
          <p:nvPr/>
        </p:nvPicPr>
        <p:blipFill>
          <a:blip r:embed="rId13" cstate="print"/>
          <a:stretch>
            <a:fillRect/>
          </a:stretch>
        </p:blipFill>
        <p:spPr>
          <a:xfrm>
            <a:off x="1332967" y="7472303"/>
            <a:ext cx="109781" cy="109780"/>
          </a:xfrm>
          <a:prstGeom prst="rect">
            <a:avLst/>
          </a:prstGeom>
        </p:spPr>
      </p:pic>
      <p:pic>
        <p:nvPicPr>
          <p:cNvPr id="28" name="object 28"/>
          <p:cNvPicPr/>
          <p:nvPr/>
        </p:nvPicPr>
        <p:blipFill>
          <a:blip r:embed="rId14" cstate="print"/>
          <a:stretch>
            <a:fillRect/>
          </a:stretch>
        </p:blipFill>
        <p:spPr>
          <a:xfrm>
            <a:off x="16840804" y="2700428"/>
            <a:ext cx="109780" cy="109780"/>
          </a:xfrm>
          <a:prstGeom prst="rect">
            <a:avLst/>
          </a:prstGeom>
        </p:spPr>
      </p:pic>
      <p:pic>
        <p:nvPicPr>
          <p:cNvPr id="29" name="object 29"/>
          <p:cNvPicPr/>
          <p:nvPr/>
        </p:nvPicPr>
        <p:blipFill>
          <a:blip r:embed="rId2" cstate="print"/>
          <a:stretch>
            <a:fillRect/>
          </a:stretch>
        </p:blipFill>
        <p:spPr>
          <a:xfrm>
            <a:off x="16840804" y="2281301"/>
            <a:ext cx="109780" cy="109780"/>
          </a:xfrm>
          <a:prstGeom prst="rect">
            <a:avLst/>
          </a:prstGeom>
        </p:spPr>
      </p:pic>
      <p:pic>
        <p:nvPicPr>
          <p:cNvPr id="30" name="object 30"/>
          <p:cNvPicPr/>
          <p:nvPr/>
        </p:nvPicPr>
        <p:blipFill>
          <a:blip r:embed="rId3" cstate="print"/>
          <a:stretch>
            <a:fillRect/>
          </a:stretch>
        </p:blipFill>
        <p:spPr>
          <a:xfrm>
            <a:off x="16840804" y="1862148"/>
            <a:ext cx="109779" cy="109780"/>
          </a:xfrm>
          <a:prstGeom prst="rect">
            <a:avLst/>
          </a:prstGeom>
        </p:spPr>
      </p:pic>
      <p:pic>
        <p:nvPicPr>
          <p:cNvPr id="31" name="object 31"/>
          <p:cNvPicPr/>
          <p:nvPr/>
        </p:nvPicPr>
        <p:blipFill>
          <a:blip r:embed="rId3" cstate="print"/>
          <a:stretch>
            <a:fillRect/>
          </a:stretch>
        </p:blipFill>
        <p:spPr>
          <a:xfrm>
            <a:off x="16840804" y="1443033"/>
            <a:ext cx="109779" cy="109780"/>
          </a:xfrm>
          <a:prstGeom prst="rect">
            <a:avLst/>
          </a:prstGeom>
        </p:spPr>
      </p:pic>
      <p:pic>
        <p:nvPicPr>
          <p:cNvPr id="32" name="object 32"/>
          <p:cNvPicPr/>
          <p:nvPr/>
        </p:nvPicPr>
        <p:blipFill>
          <a:blip r:embed="rId15" cstate="print"/>
          <a:stretch>
            <a:fillRect/>
          </a:stretch>
        </p:blipFill>
        <p:spPr>
          <a:xfrm>
            <a:off x="16840804" y="1023906"/>
            <a:ext cx="109779" cy="109780"/>
          </a:xfrm>
          <a:prstGeom prst="rect">
            <a:avLst/>
          </a:prstGeom>
        </p:spPr>
      </p:pic>
      <p:pic>
        <p:nvPicPr>
          <p:cNvPr id="33" name="object 33"/>
          <p:cNvPicPr/>
          <p:nvPr/>
        </p:nvPicPr>
        <p:blipFill>
          <a:blip r:embed="rId16" cstate="print"/>
          <a:stretch>
            <a:fillRect/>
          </a:stretch>
        </p:blipFill>
        <p:spPr>
          <a:xfrm>
            <a:off x="16840803" y="604778"/>
            <a:ext cx="109780" cy="109780"/>
          </a:xfrm>
          <a:prstGeom prst="rect">
            <a:avLst/>
          </a:prstGeom>
        </p:spPr>
      </p:pic>
      <p:pic>
        <p:nvPicPr>
          <p:cNvPr id="34" name="object 34"/>
          <p:cNvPicPr/>
          <p:nvPr/>
        </p:nvPicPr>
        <p:blipFill>
          <a:blip r:embed="rId2" cstate="print"/>
          <a:stretch>
            <a:fillRect/>
          </a:stretch>
        </p:blipFill>
        <p:spPr>
          <a:xfrm>
            <a:off x="17202191" y="2700428"/>
            <a:ext cx="109780" cy="109780"/>
          </a:xfrm>
          <a:prstGeom prst="rect">
            <a:avLst/>
          </a:prstGeom>
        </p:spPr>
      </p:pic>
      <p:pic>
        <p:nvPicPr>
          <p:cNvPr id="35" name="object 35"/>
          <p:cNvPicPr/>
          <p:nvPr/>
        </p:nvPicPr>
        <p:blipFill>
          <a:blip r:embed="rId17" cstate="print"/>
          <a:stretch>
            <a:fillRect/>
          </a:stretch>
        </p:blipFill>
        <p:spPr>
          <a:xfrm>
            <a:off x="17202239" y="2281297"/>
            <a:ext cx="109782" cy="109783"/>
          </a:xfrm>
          <a:prstGeom prst="rect">
            <a:avLst/>
          </a:prstGeom>
        </p:spPr>
      </p:pic>
      <p:pic>
        <p:nvPicPr>
          <p:cNvPr id="36" name="object 36"/>
          <p:cNvPicPr/>
          <p:nvPr/>
        </p:nvPicPr>
        <p:blipFill>
          <a:blip r:embed="rId7" cstate="print"/>
          <a:stretch>
            <a:fillRect/>
          </a:stretch>
        </p:blipFill>
        <p:spPr>
          <a:xfrm>
            <a:off x="17202191" y="1862148"/>
            <a:ext cx="109780" cy="109780"/>
          </a:xfrm>
          <a:prstGeom prst="rect">
            <a:avLst/>
          </a:prstGeom>
        </p:spPr>
      </p:pic>
      <p:pic>
        <p:nvPicPr>
          <p:cNvPr id="37" name="object 37"/>
          <p:cNvPicPr/>
          <p:nvPr/>
        </p:nvPicPr>
        <p:blipFill>
          <a:blip r:embed="rId7" cstate="print"/>
          <a:stretch>
            <a:fillRect/>
          </a:stretch>
        </p:blipFill>
        <p:spPr>
          <a:xfrm>
            <a:off x="17202191" y="1443033"/>
            <a:ext cx="109780" cy="109780"/>
          </a:xfrm>
          <a:prstGeom prst="rect">
            <a:avLst/>
          </a:prstGeom>
        </p:spPr>
      </p:pic>
      <p:pic>
        <p:nvPicPr>
          <p:cNvPr id="38" name="object 38"/>
          <p:cNvPicPr/>
          <p:nvPr/>
        </p:nvPicPr>
        <p:blipFill>
          <a:blip r:embed="rId18" cstate="print"/>
          <a:stretch>
            <a:fillRect/>
          </a:stretch>
        </p:blipFill>
        <p:spPr>
          <a:xfrm>
            <a:off x="17202239" y="1023902"/>
            <a:ext cx="109782" cy="109784"/>
          </a:xfrm>
          <a:prstGeom prst="rect">
            <a:avLst/>
          </a:prstGeom>
        </p:spPr>
      </p:pic>
      <p:pic>
        <p:nvPicPr>
          <p:cNvPr id="39" name="object 39"/>
          <p:cNvPicPr/>
          <p:nvPr/>
        </p:nvPicPr>
        <p:blipFill>
          <a:blip r:embed="rId9" cstate="print"/>
          <a:stretch>
            <a:fillRect/>
          </a:stretch>
        </p:blipFill>
        <p:spPr>
          <a:xfrm>
            <a:off x="17202239" y="604775"/>
            <a:ext cx="109782" cy="109783"/>
          </a:xfrm>
          <a:prstGeom prst="rect">
            <a:avLst/>
          </a:prstGeom>
        </p:spPr>
      </p:pic>
      <p:pic>
        <p:nvPicPr>
          <p:cNvPr id="40" name="object 40"/>
          <p:cNvPicPr/>
          <p:nvPr/>
        </p:nvPicPr>
        <p:blipFill>
          <a:blip r:embed="rId19" cstate="print"/>
          <a:stretch>
            <a:fillRect/>
          </a:stretch>
        </p:blipFill>
        <p:spPr>
          <a:xfrm>
            <a:off x="17563566" y="2700429"/>
            <a:ext cx="109780" cy="109779"/>
          </a:xfrm>
          <a:prstGeom prst="rect">
            <a:avLst/>
          </a:prstGeom>
        </p:spPr>
      </p:pic>
      <p:pic>
        <p:nvPicPr>
          <p:cNvPr id="41" name="object 41"/>
          <p:cNvPicPr/>
          <p:nvPr/>
        </p:nvPicPr>
        <p:blipFill>
          <a:blip r:embed="rId20" cstate="print"/>
          <a:stretch>
            <a:fillRect/>
          </a:stretch>
        </p:blipFill>
        <p:spPr>
          <a:xfrm>
            <a:off x="17563566" y="2281301"/>
            <a:ext cx="109780" cy="109780"/>
          </a:xfrm>
          <a:prstGeom prst="rect">
            <a:avLst/>
          </a:prstGeom>
        </p:spPr>
      </p:pic>
      <p:pic>
        <p:nvPicPr>
          <p:cNvPr id="42" name="object 42"/>
          <p:cNvPicPr/>
          <p:nvPr/>
        </p:nvPicPr>
        <p:blipFill>
          <a:blip r:embed="rId12" cstate="print"/>
          <a:stretch>
            <a:fillRect/>
          </a:stretch>
        </p:blipFill>
        <p:spPr>
          <a:xfrm>
            <a:off x="17563568" y="1862149"/>
            <a:ext cx="109779" cy="109778"/>
          </a:xfrm>
          <a:prstGeom prst="rect">
            <a:avLst/>
          </a:prstGeom>
        </p:spPr>
      </p:pic>
      <p:pic>
        <p:nvPicPr>
          <p:cNvPr id="43" name="object 43"/>
          <p:cNvPicPr/>
          <p:nvPr/>
        </p:nvPicPr>
        <p:blipFill>
          <a:blip r:embed="rId12" cstate="print"/>
          <a:stretch>
            <a:fillRect/>
          </a:stretch>
        </p:blipFill>
        <p:spPr>
          <a:xfrm>
            <a:off x="17563568" y="1443034"/>
            <a:ext cx="109779" cy="109779"/>
          </a:xfrm>
          <a:prstGeom prst="rect">
            <a:avLst/>
          </a:prstGeom>
        </p:spPr>
      </p:pic>
      <p:pic>
        <p:nvPicPr>
          <p:cNvPr id="44" name="object 44"/>
          <p:cNvPicPr/>
          <p:nvPr/>
        </p:nvPicPr>
        <p:blipFill>
          <a:blip r:embed="rId12" cstate="print"/>
          <a:stretch>
            <a:fillRect/>
          </a:stretch>
        </p:blipFill>
        <p:spPr>
          <a:xfrm>
            <a:off x="17563568" y="1023906"/>
            <a:ext cx="109779" cy="109779"/>
          </a:xfrm>
          <a:prstGeom prst="rect">
            <a:avLst/>
          </a:prstGeom>
        </p:spPr>
      </p:pic>
      <p:pic>
        <p:nvPicPr>
          <p:cNvPr id="45" name="object 45"/>
          <p:cNvPicPr/>
          <p:nvPr/>
        </p:nvPicPr>
        <p:blipFill>
          <a:blip r:embed="rId21" cstate="print"/>
          <a:stretch>
            <a:fillRect/>
          </a:stretch>
        </p:blipFill>
        <p:spPr>
          <a:xfrm>
            <a:off x="17563566" y="604779"/>
            <a:ext cx="109781" cy="109780"/>
          </a:xfrm>
          <a:prstGeom prst="rect">
            <a:avLst/>
          </a:prstGeom>
        </p:spPr>
      </p:pic>
      <p:sp>
        <p:nvSpPr>
          <p:cNvPr id="46" name="object 46"/>
          <p:cNvSpPr txBox="1">
            <a:spLocks noGrp="1"/>
          </p:cNvSpPr>
          <p:nvPr>
            <p:ph type="title"/>
          </p:nvPr>
        </p:nvSpPr>
        <p:spPr>
          <a:prstGeom prst="rect">
            <a:avLst/>
          </a:prstGeom>
        </p:spPr>
        <p:txBody>
          <a:bodyPr vert="horz" wrap="square" lIns="0" tIns="708421" rIns="0" bIns="0" rtlCol="0">
            <a:spAutoFit/>
          </a:bodyPr>
          <a:lstStyle/>
          <a:p>
            <a:pPr marL="798195">
              <a:lnSpc>
                <a:spcPct val="100000"/>
              </a:lnSpc>
              <a:spcBef>
                <a:spcPts val="100"/>
              </a:spcBef>
            </a:pPr>
            <a:r>
              <a:rPr dirty="0"/>
              <a:t>PROPOSED</a:t>
            </a:r>
            <a:r>
              <a:rPr spc="190" dirty="0"/>
              <a:t> </a:t>
            </a:r>
            <a:r>
              <a:rPr spc="-10" dirty="0"/>
              <a:t>SYSTEM</a:t>
            </a:r>
            <a:endParaRPr spc="-10" dirty="0"/>
          </a:p>
        </p:txBody>
      </p:sp>
      <p:pic>
        <p:nvPicPr>
          <p:cNvPr id="47" name="object 47"/>
          <p:cNvPicPr/>
          <p:nvPr/>
        </p:nvPicPr>
        <p:blipFill>
          <a:blip r:embed="rId22" cstate="print"/>
          <a:stretch>
            <a:fillRect/>
          </a:stretch>
        </p:blipFill>
        <p:spPr>
          <a:xfrm>
            <a:off x="1970581" y="255852"/>
            <a:ext cx="2162174" cy="2162174"/>
          </a:xfrm>
          <a:prstGeom prst="rect">
            <a:avLst/>
          </a:prstGeom>
        </p:spPr>
      </p:pic>
      <p:pic>
        <p:nvPicPr>
          <p:cNvPr id="48" name="object 48"/>
          <p:cNvPicPr/>
          <p:nvPr/>
        </p:nvPicPr>
        <p:blipFill>
          <a:blip r:embed="rId23" cstate="print"/>
          <a:stretch>
            <a:fillRect/>
          </a:stretch>
        </p:blipFill>
        <p:spPr>
          <a:xfrm>
            <a:off x="13854112" y="0"/>
            <a:ext cx="2867024" cy="2771716"/>
          </a:xfrm>
          <a:prstGeom prst="rect">
            <a:avLst/>
          </a:prstGeom>
        </p:spPr>
      </p:pic>
      <p:sp>
        <p:nvSpPr>
          <p:cNvPr id="50" name="TextBox 49"/>
          <p:cNvSpPr txBox="1"/>
          <p:nvPr/>
        </p:nvSpPr>
        <p:spPr>
          <a:xfrm>
            <a:off x="2819400" y="4406094"/>
            <a:ext cx="11513334" cy="2554545"/>
          </a:xfrm>
          <a:prstGeom prst="rect">
            <a:avLst/>
          </a:prstGeom>
          <a:noFill/>
        </p:spPr>
        <p:txBody>
          <a:bodyPr wrap="square">
            <a:spAutoFit/>
          </a:bodyPr>
          <a:lstStyle/>
          <a:p>
            <a:pPr marL="571500" indent="-571500">
              <a:buFont typeface="Wingdings" panose="05000000000000000000" pitchFamily="2" charset="2"/>
              <a:buChar char="Ø"/>
            </a:pPr>
            <a:r>
              <a:rPr lang="en-US" sz="4000" b="1" dirty="0">
                <a:solidFill>
                  <a:schemeClr val="accent2">
                    <a:lumMod val="75000"/>
                  </a:schemeClr>
                </a:solidFill>
              </a:rPr>
              <a:t>Data-driven analysis using customer data</a:t>
            </a:r>
            <a:endParaRPr lang="en-US" sz="4000" b="1" dirty="0">
              <a:solidFill>
                <a:schemeClr val="accent2">
                  <a:lumMod val="75000"/>
                </a:schemeClr>
              </a:solidFill>
            </a:endParaRPr>
          </a:p>
          <a:p>
            <a:pPr marL="571500" indent="-571500">
              <a:buFont typeface="Wingdings" panose="05000000000000000000" pitchFamily="2" charset="2"/>
              <a:buChar char="Ø"/>
            </a:pPr>
            <a:r>
              <a:rPr lang="en-US" sz="4000" b="1" dirty="0">
                <a:solidFill>
                  <a:schemeClr val="accent2">
                    <a:lumMod val="75000"/>
                  </a:schemeClr>
                </a:solidFill>
              </a:rPr>
              <a:t>Age-based segmentation</a:t>
            </a:r>
            <a:endParaRPr lang="en-US" sz="4000" b="1" dirty="0">
              <a:solidFill>
                <a:schemeClr val="accent2">
                  <a:lumMod val="75000"/>
                </a:schemeClr>
              </a:solidFill>
            </a:endParaRPr>
          </a:p>
          <a:p>
            <a:pPr marL="571500" indent="-571500">
              <a:buFont typeface="Wingdings" panose="05000000000000000000" pitchFamily="2" charset="2"/>
              <a:buChar char="Ø"/>
            </a:pPr>
            <a:r>
              <a:rPr lang="en-US" sz="4000" b="1" dirty="0">
                <a:solidFill>
                  <a:schemeClr val="accent2">
                    <a:lumMod val="75000"/>
                  </a:schemeClr>
                </a:solidFill>
              </a:rPr>
              <a:t>Visualization tools (graphs, charts)</a:t>
            </a:r>
            <a:endParaRPr lang="en-US" sz="4000" b="1" dirty="0">
              <a:solidFill>
                <a:schemeClr val="accent2">
                  <a:lumMod val="75000"/>
                </a:schemeClr>
              </a:solidFill>
            </a:endParaRPr>
          </a:p>
          <a:p>
            <a:pPr marL="571500" indent="-571500">
              <a:buFont typeface="Wingdings" panose="05000000000000000000" pitchFamily="2" charset="2"/>
              <a:buChar char="Ø"/>
            </a:pPr>
            <a:r>
              <a:rPr lang="en-US" sz="4000" b="1" dirty="0">
                <a:solidFill>
                  <a:schemeClr val="accent2">
                    <a:lumMod val="75000"/>
                  </a:schemeClr>
                </a:solidFill>
              </a:rPr>
              <a:t>Better targeting and personalization</a:t>
            </a:r>
            <a:endParaRPr lang="en-IN" sz="4000" b="1" dirty="0">
              <a:solidFill>
                <a:schemeClr val="accent2">
                  <a:lumMod val="75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7147100"/>
            <a:ext cx="4522470" cy="3140075"/>
            <a:chOff x="0" y="7147100"/>
            <a:chExt cx="4522470" cy="3140075"/>
          </a:xfrm>
        </p:grpSpPr>
        <p:sp>
          <p:nvSpPr>
            <p:cNvPr id="3" name="object 3"/>
            <p:cNvSpPr/>
            <p:nvPr/>
          </p:nvSpPr>
          <p:spPr>
            <a:xfrm>
              <a:off x="0" y="7147100"/>
              <a:ext cx="4522470" cy="3140075"/>
            </a:xfrm>
            <a:custGeom>
              <a:avLst/>
              <a:gdLst/>
              <a:ahLst/>
              <a:cxnLst/>
              <a:rect l="l" t="t" r="r" b="b"/>
              <a:pathLst>
                <a:path w="4522470" h="3140075">
                  <a:moveTo>
                    <a:pt x="4522333" y="3139899"/>
                  </a:moveTo>
                  <a:lnTo>
                    <a:pt x="0" y="3139899"/>
                  </a:lnTo>
                  <a:lnTo>
                    <a:pt x="0" y="0"/>
                  </a:lnTo>
                  <a:lnTo>
                    <a:pt x="3139554" y="3139554"/>
                  </a:lnTo>
                  <a:lnTo>
                    <a:pt x="4522333" y="3139554"/>
                  </a:lnTo>
                  <a:lnTo>
                    <a:pt x="4522333" y="3139899"/>
                  </a:lnTo>
                  <a:close/>
                </a:path>
              </a:pathLst>
            </a:custGeom>
            <a:solidFill>
              <a:srgbClr val="FFC62F"/>
            </a:solidFill>
          </p:spPr>
          <p:txBody>
            <a:bodyPr wrap="square" lIns="0" tIns="0" rIns="0" bIns="0" rtlCol="0"/>
            <a:lstStyle/>
            <a:p/>
          </p:txBody>
        </p:sp>
        <p:sp>
          <p:nvSpPr>
            <p:cNvPr id="4" name="object 4"/>
            <p:cNvSpPr/>
            <p:nvPr/>
          </p:nvSpPr>
          <p:spPr>
            <a:xfrm>
              <a:off x="0" y="8427450"/>
              <a:ext cx="1859914" cy="1859914"/>
            </a:xfrm>
            <a:custGeom>
              <a:avLst/>
              <a:gdLst/>
              <a:ahLst/>
              <a:cxnLst/>
              <a:rect l="l" t="t" r="r" b="b"/>
              <a:pathLst>
                <a:path w="1859914" h="1859915">
                  <a:moveTo>
                    <a:pt x="1859548" y="1859548"/>
                  </a:moveTo>
                  <a:lnTo>
                    <a:pt x="0" y="1859548"/>
                  </a:lnTo>
                  <a:lnTo>
                    <a:pt x="0" y="0"/>
                  </a:lnTo>
                  <a:lnTo>
                    <a:pt x="1859548" y="1859548"/>
                  </a:lnTo>
                  <a:close/>
                </a:path>
              </a:pathLst>
            </a:custGeom>
            <a:solidFill>
              <a:srgbClr val="002972"/>
            </a:solidFill>
          </p:spPr>
          <p:txBody>
            <a:bodyPr wrap="square" lIns="0" tIns="0" rIns="0" bIns="0" rtlCol="0"/>
            <a:lstStyle/>
            <a:p/>
          </p:txBody>
        </p:sp>
        <p:sp>
          <p:nvSpPr>
            <p:cNvPr id="5" name="object 5"/>
            <p:cNvSpPr/>
            <p:nvPr/>
          </p:nvSpPr>
          <p:spPr>
            <a:xfrm>
              <a:off x="0" y="10286654"/>
              <a:ext cx="3342640" cy="635"/>
            </a:xfrm>
            <a:custGeom>
              <a:avLst/>
              <a:gdLst/>
              <a:ahLst/>
              <a:cxnLst/>
              <a:rect l="l" t="t" r="r" b="b"/>
              <a:pathLst>
                <a:path w="3342640" h="634">
                  <a:moveTo>
                    <a:pt x="3342231" y="344"/>
                  </a:moveTo>
                  <a:lnTo>
                    <a:pt x="3342231" y="0"/>
                  </a:lnTo>
                  <a:lnTo>
                    <a:pt x="0" y="0"/>
                  </a:lnTo>
                  <a:lnTo>
                    <a:pt x="0" y="344"/>
                  </a:lnTo>
                  <a:lnTo>
                    <a:pt x="3342231" y="344"/>
                  </a:lnTo>
                  <a:close/>
                </a:path>
              </a:pathLst>
            </a:custGeom>
            <a:solidFill>
              <a:srgbClr val="032361"/>
            </a:solidFill>
          </p:spPr>
          <p:txBody>
            <a:bodyPr wrap="square" lIns="0" tIns="0" rIns="0" bIns="0" rtlCol="0"/>
            <a:lstStyle/>
            <a:p/>
          </p:txBody>
        </p:sp>
      </p:grpSp>
      <p:grpSp>
        <p:nvGrpSpPr>
          <p:cNvPr id="6" name="object 6"/>
          <p:cNvGrpSpPr/>
          <p:nvPr/>
        </p:nvGrpSpPr>
        <p:grpSpPr>
          <a:xfrm>
            <a:off x="15170210" y="0"/>
            <a:ext cx="3117850" cy="3117850"/>
            <a:chOff x="15170210" y="0"/>
            <a:chExt cx="3117850" cy="3117850"/>
          </a:xfrm>
        </p:grpSpPr>
        <p:sp>
          <p:nvSpPr>
            <p:cNvPr id="7" name="object 7"/>
            <p:cNvSpPr/>
            <p:nvPr/>
          </p:nvSpPr>
          <p:spPr>
            <a:xfrm>
              <a:off x="15170210" y="0"/>
              <a:ext cx="3117850" cy="3117850"/>
            </a:xfrm>
            <a:custGeom>
              <a:avLst/>
              <a:gdLst/>
              <a:ahLst/>
              <a:cxnLst/>
              <a:rect l="l" t="t" r="r" b="b"/>
              <a:pathLst>
                <a:path w="3117850" h="3117850">
                  <a:moveTo>
                    <a:pt x="0" y="0"/>
                  </a:moveTo>
                  <a:lnTo>
                    <a:pt x="3117788" y="0"/>
                  </a:lnTo>
                  <a:lnTo>
                    <a:pt x="3117788" y="3117788"/>
                  </a:lnTo>
                  <a:lnTo>
                    <a:pt x="0" y="0"/>
                  </a:lnTo>
                  <a:close/>
                </a:path>
              </a:pathLst>
            </a:custGeom>
            <a:solidFill>
              <a:srgbClr val="FFC62F"/>
            </a:solidFill>
          </p:spPr>
          <p:txBody>
            <a:bodyPr wrap="square" lIns="0" tIns="0" rIns="0" bIns="0" rtlCol="0"/>
            <a:lstStyle/>
            <a:p/>
          </p:txBody>
        </p:sp>
        <p:sp>
          <p:nvSpPr>
            <p:cNvPr id="8" name="object 8"/>
            <p:cNvSpPr/>
            <p:nvPr/>
          </p:nvSpPr>
          <p:spPr>
            <a:xfrm>
              <a:off x="16450561" y="0"/>
              <a:ext cx="1837689" cy="1837689"/>
            </a:xfrm>
            <a:custGeom>
              <a:avLst/>
              <a:gdLst/>
              <a:ahLst/>
              <a:cxnLst/>
              <a:rect l="l" t="t" r="r" b="b"/>
              <a:pathLst>
                <a:path w="1837690" h="1837689">
                  <a:moveTo>
                    <a:pt x="0" y="0"/>
                  </a:moveTo>
                  <a:lnTo>
                    <a:pt x="1837437" y="0"/>
                  </a:lnTo>
                  <a:lnTo>
                    <a:pt x="1837437" y="1837437"/>
                  </a:lnTo>
                  <a:lnTo>
                    <a:pt x="0" y="0"/>
                  </a:lnTo>
                  <a:close/>
                </a:path>
              </a:pathLst>
            </a:custGeom>
            <a:solidFill>
              <a:srgbClr val="002972"/>
            </a:solidFill>
          </p:spPr>
          <p:txBody>
            <a:bodyPr wrap="square" lIns="0" tIns="0" rIns="0" bIns="0" rtlCol="0"/>
            <a:lstStyle/>
            <a:p/>
          </p:txBody>
        </p:sp>
      </p:grpSp>
      <p:pic>
        <p:nvPicPr>
          <p:cNvPr id="9" name="object 9"/>
          <p:cNvPicPr/>
          <p:nvPr/>
        </p:nvPicPr>
        <p:blipFill>
          <a:blip r:embed="rId1" cstate="print"/>
          <a:stretch>
            <a:fillRect/>
          </a:stretch>
        </p:blipFill>
        <p:spPr>
          <a:xfrm>
            <a:off x="610204" y="2700428"/>
            <a:ext cx="109780" cy="109780"/>
          </a:xfrm>
          <a:prstGeom prst="rect">
            <a:avLst/>
          </a:prstGeom>
        </p:spPr>
      </p:pic>
      <p:pic>
        <p:nvPicPr>
          <p:cNvPr id="10" name="object 10"/>
          <p:cNvPicPr/>
          <p:nvPr/>
        </p:nvPicPr>
        <p:blipFill>
          <a:blip r:embed="rId2" cstate="print"/>
          <a:stretch>
            <a:fillRect/>
          </a:stretch>
        </p:blipFill>
        <p:spPr>
          <a:xfrm>
            <a:off x="610204" y="2281301"/>
            <a:ext cx="109780" cy="109780"/>
          </a:xfrm>
          <a:prstGeom prst="rect">
            <a:avLst/>
          </a:prstGeom>
        </p:spPr>
      </p:pic>
      <p:pic>
        <p:nvPicPr>
          <p:cNvPr id="11" name="object 11"/>
          <p:cNvPicPr/>
          <p:nvPr/>
        </p:nvPicPr>
        <p:blipFill>
          <a:blip r:embed="rId3" cstate="print"/>
          <a:stretch>
            <a:fillRect/>
          </a:stretch>
        </p:blipFill>
        <p:spPr>
          <a:xfrm>
            <a:off x="610205" y="1862148"/>
            <a:ext cx="109779" cy="109780"/>
          </a:xfrm>
          <a:prstGeom prst="rect">
            <a:avLst/>
          </a:prstGeom>
        </p:spPr>
      </p:pic>
      <p:pic>
        <p:nvPicPr>
          <p:cNvPr id="12" name="object 12"/>
          <p:cNvPicPr/>
          <p:nvPr/>
        </p:nvPicPr>
        <p:blipFill>
          <a:blip r:embed="rId3" cstate="print"/>
          <a:stretch>
            <a:fillRect/>
          </a:stretch>
        </p:blipFill>
        <p:spPr>
          <a:xfrm>
            <a:off x="610205" y="1443033"/>
            <a:ext cx="109779" cy="109780"/>
          </a:xfrm>
          <a:prstGeom prst="rect">
            <a:avLst/>
          </a:prstGeom>
        </p:spPr>
      </p:pic>
      <p:pic>
        <p:nvPicPr>
          <p:cNvPr id="13" name="object 13"/>
          <p:cNvPicPr/>
          <p:nvPr/>
        </p:nvPicPr>
        <p:blipFill>
          <a:blip r:embed="rId4" cstate="print"/>
          <a:stretch>
            <a:fillRect/>
          </a:stretch>
        </p:blipFill>
        <p:spPr>
          <a:xfrm>
            <a:off x="610205" y="1023906"/>
            <a:ext cx="109779" cy="109780"/>
          </a:xfrm>
          <a:prstGeom prst="rect">
            <a:avLst/>
          </a:prstGeom>
        </p:spPr>
      </p:pic>
      <p:pic>
        <p:nvPicPr>
          <p:cNvPr id="14" name="object 14"/>
          <p:cNvPicPr/>
          <p:nvPr/>
        </p:nvPicPr>
        <p:blipFill>
          <a:blip r:embed="rId5" cstate="print"/>
          <a:stretch>
            <a:fillRect/>
          </a:stretch>
        </p:blipFill>
        <p:spPr>
          <a:xfrm>
            <a:off x="610203" y="604778"/>
            <a:ext cx="109780" cy="109780"/>
          </a:xfrm>
          <a:prstGeom prst="rect">
            <a:avLst/>
          </a:prstGeom>
        </p:spPr>
      </p:pic>
      <p:pic>
        <p:nvPicPr>
          <p:cNvPr id="15" name="object 15"/>
          <p:cNvPicPr/>
          <p:nvPr/>
        </p:nvPicPr>
        <p:blipFill>
          <a:blip r:embed="rId6" cstate="print"/>
          <a:stretch>
            <a:fillRect/>
          </a:stretch>
        </p:blipFill>
        <p:spPr>
          <a:xfrm>
            <a:off x="971592" y="2700428"/>
            <a:ext cx="109780" cy="109780"/>
          </a:xfrm>
          <a:prstGeom prst="rect">
            <a:avLst/>
          </a:prstGeom>
        </p:spPr>
      </p:pic>
      <p:pic>
        <p:nvPicPr>
          <p:cNvPr id="16" name="object 16"/>
          <p:cNvPicPr/>
          <p:nvPr/>
        </p:nvPicPr>
        <p:blipFill>
          <a:blip r:embed="rId7" cstate="print"/>
          <a:stretch>
            <a:fillRect/>
          </a:stretch>
        </p:blipFill>
        <p:spPr>
          <a:xfrm>
            <a:off x="971641" y="2281297"/>
            <a:ext cx="109782" cy="109783"/>
          </a:xfrm>
          <a:prstGeom prst="rect">
            <a:avLst/>
          </a:prstGeom>
        </p:spPr>
      </p:pic>
      <p:pic>
        <p:nvPicPr>
          <p:cNvPr id="17" name="object 17"/>
          <p:cNvPicPr/>
          <p:nvPr/>
        </p:nvPicPr>
        <p:blipFill>
          <a:blip r:embed="rId8" cstate="print"/>
          <a:stretch>
            <a:fillRect/>
          </a:stretch>
        </p:blipFill>
        <p:spPr>
          <a:xfrm>
            <a:off x="971592" y="1443033"/>
            <a:ext cx="109780" cy="109780"/>
          </a:xfrm>
          <a:prstGeom prst="rect">
            <a:avLst/>
          </a:prstGeom>
        </p:spPr>
      </p:pic>
      <p:pic>
        <p:nvPicPr>
          <p:cNvPr id="18" name="object 18"/>
          <p:cNvPicPr/>
          <p:nvPr/>
        </p:nvPicPr>
        <p:blipFill>
          <a:blip r:embed="rId8" cstate="print"/>
          <a:stretch>
            <a:fillRect/>
          </a:stretch>
        </p:blipFill>
        <p:spPr>
          <a:xfrm>
            <a:off x="971592" y="1862148"/>
            <a:ext cx="109780" cy="109780"/>
          </a:xfrm>
          <a:prstGeom prst="rect">
            <a:avLst/>
          </a:prstGeom>
        </p:spPr>
      </p:pic>
      <p:pic>
        <p:nvPicPr>
          <p:cNvPr id="19" name="object 19"/>
          <p:cNvPicPr/>
          <p:nvPr/>
        </p:nvPicPr>
        <p:blipFill>
          <a:blip r:embed="rId9" cstate="print"/>
          <a:stretch>
            <a:fillRect/>
          </a:stretch>
        </p:blipFill>
        <p:spPr>
          <a:xfrm>
            <a:off x="971641" y="1023902"/>
            <a:ext cx="109782" cy="109784"/>
          </a:xfrm>
          <a:prstGeom prst="rect">
            <a:avLst/>
          </a:prstGeom>
        </p:spPr>
      </p:pic>
      <p:pic>
        <p:nvPicPr>
          <p:cNvPr id="20" name="object 20"/>
          <p:cNvPicPr/>
          <p:nvPr/>
        </p:nvPicPr>
        <p:blipFill>
          <a:blip r:embed="rId10" cstate="print"/>
          <a:stretch>
            <a:fillRect/>
          </a:stretch>
        </p:blipFill>
        <p:spPr>
          <a:xfrm>
            <a:off x="971640" y="604775"/>
            <a:ext cx="109782" cy="109783"/>
          </a:xfrm>
          <a:prstGeom prst="rect">
            <a:avLst/>
          </a:prstGeom>
        </p:spPr>
      </p:pic>
      <p:pic>
        <p:nvPicPr>
          <p:cNvPr id="21" name="object 21"/>
          <p:cNvPicPr/>
          <p:nvPr/>
        </p:nvPicPr>
        <p:blipFill>
          <a:blip r:embed="rId11" cstate="print"/>
          <a:stretch>
            <a:fillRect/>
          </a:stretch>
        </p:blipFill>
        <p:spPr>
          <a:xfrm>
            <a:off x="1332967" y="2700429"/>
            <a:ext cx="109780" cy="109779"/>
          </a:xfrm>
          <a:prstGeom prst="rect">
            <a:avLst/>
          </a:prstGeom>
        </p:spPr>
      </p:pic>
      <p:pic>
        <p:nvPicPr>
          <p:cNvPr id="22" name="object 22"/>
          <p:cNvPicPr/>
          <p:nvPr/>
        </p:nvPicPr>
        <p:blipFill>
          <a:blip r:embed="rId12" cstate="print"/>
          <a:stretch>
            <a:fillRect/>
          </a:stretch>
        </p:blipFill>
        <p:spPr>
          <a:xfrm>
            <a:off x="1332967" y="2281301"/>
            <a:ext cx="109780" cy="109780"/>
          </a:xfrm>
          <a:prstGeom prst="rect">
            <a:avLst/>
          </a:prstGeom>
        </p:spPr>
      </p:pic>
      <p:pic>
        <p:nvPicPr>
          <p:cNvPr id="23" name="object 23"/>
          <p:cNvPicPr/>
          <p:nvPr/>
        </p:nvPicPr>
        <p:blipFill>
          <a:blip r:embed="rId13" cstate="print"/>
          <a:stretch>
            <a:fillRect/>
          </a:stretch>
        </p:blipFill>
        <p:spPr>
          <a:xfrm>
            <a:off x="1332968" y="1862149"/>
            <a:ext cx="109779" cy="109778"/>
          </a:xfrm>
          <a:prstGeom prst="rect">
            <a:avLst/>
          </a:prstGeom>
        </p:spPr>
      </p:pic>
      <p:pic>
        <p:nvPicPr>
          <p:cNvPr id="24" name="object 24"/>
          <p:cNvPicPr/>
          <p:nvPr/>
        </p:nvPicPr>
        <p:blipFill>
          <a:blip r:embed="rId13" cstate="print"/>
          <a:stretch>
            <a:fillRect/>
          </a:stretch>
        </p:blipFill>
        <p:spPr>
          <a:xfrm>
            <a:off x="1332968" y="1443034"/>
            <a:ext cx="109779" cy="109779"/>
          </a:xfrm>
          <a:prstGeom prst="rect">
            <a:avLst/>
          </a:prstGeom>
        </p:spPr>
      </p:pic>
      <p:pic>
        <p:nvPicPr>
          <p:cNvPr id="25" name="object 25"/>
          <p:cNvPicPr/>
          <p:nvPr/>
        </p:nvPicPr>
        <p:blipFill>
          <a:blip r:embed="rId13" cstate="print"/>
          <a:stretch>
            <a:fillRect/>
          </a:stretch>
        </p:blipFill>
        <p:spPr>
          <a:xfrm>
            <a:off x="1332968" y="1023906"/>
            <a:ext cx="109779" cy="109779"/>
          </a:xfrm>
          <a:prstGeom prst="rect">
            <a:avLst/>
          </a:prstGeom>
        </p:spPr>
      </p:pic>
      <p:pic>
        <p:nvPicPr>
          <p:cNvPr id="26" name="object 26"/>
          <p:cNvPicPr/>
          <p:nvPr/>
        </p:nvPicPr>
        <p:blipFill>
          <a:blip r:embed="rId14" cstate="print"/>
          <a:stretch>
            <a:fillRect/>
          </a:stretch>
        </p:blipFill>
        <p:spPr>
          <a:xfrm>
            <a:off x="1332967" y="604779"/>
            <a:ext cx="109781" cy="109780"/>
          </a:xfrm>
          <a:prstGeom prst="rect">
            <a:avLst/>
          </a:prstGeom>
        </p:spPr>
      </p:pic>
      <p:pic>
        <p:nvPicPr>
          <p:cNvPr id="27" name="object 27"/>
          <p:cNvPicPr/>
          <p:nvPr/>
        </p:nvPicPr>
        <p:blipFill>
          <a:blip r:embed="rId15" cstate="print"/>
          <a:stretch>
            <a:fillRect/>
          </a:stretch>
        </p:blipFill>
        <p:spPr>
          <a:xfrm>
            <a:off x="16840804" y="9567953"/>
            <a:ext cx="109780" cy="109780"/>
          </a:xfrm>
          <a:prstGeom prst="rect">
            <a:avLst/>
          </a:prstGeom>
        </p:spPr>
      </p:pic>
      <p:pic>
        <p:nvPicPr>
          <p:cNvPr id="28" name="object 28"/>
          <p:cNvPicPr/>
          <p:nvPr/>
        </p:nvPicPr>
        <p:blipFill>
          <a:blip r:embed="rId2" cstate="print"/>
          <a:stretch>
            <a:fillRect/>
          </a:stretch>
        </p:blipFill>
        <p:spPr>
          <a:xfrm>
            <a:off x="16840804" y="9148825"/>
            <a:ext cx="109780" cy="109780"/>
          </a:xfrm>
          <a:prstGeom prst="rect">
            <a:avLst/>
          </a:prstGeom>
        </p:spPr>
      </p:pic>
      <p:pic>
        <p:nvPicPr>
          <p:cNvPr id="29" name="object 29"/>
          <p:cNvPicPr/>
          <p:nvPr/>
        </p:nvPicPr>
        <p:blipFill>
          <a:blip r:embed="rId3" cstate="print"/>
          <a:stretch>
            <a:fillRect/>
          </a:stretch>
        </p:blipFill>
        <p:spPr>
          <a:xfrm>
            <a:off x="16840804" y="8729673"/>
            <a:ext cx="109779" cy="109780"/>
          </a:xfrm>
          <a:prstGeom prst="rect">
            <a:avLst/>
          </a:prstGeom>
        </p:spPr>
      </p:pic>
      <p:pic>
        <p:nvPicPr>
          <p:cNvPr id="30" name="object 30"/>
          <p:cNvPicPr/>
          <p:nvPr/>
        </p:nvPicPr>
        <p:blipFill>
          <a:blip r:embed="rId3" cstate="print"/>
          <a:stretch>
            <a:fillRect/>
          </a:stretch>
        </p:blipFill>
        <p:spPr>
          <a:xfrm>
            <a:off x="16840804" y="8310558"/>
            <a:ext cx="109779" cy="109780"/>
          </a:xfrm>
          <a:prstGeom prst="rect">
            <a:avLst/>
          </a:prstGeom>
        </p:spPr>
      </p:pic>
      <p:pic>
        <p:nvPicPr>
          <p:cNvPr id="31" name="object 31"/>
          <p:cNvPicPr/>
          <p:nvPr/>
        </p:nvPicPr>
        <p:blipFill>
          <a:blip r:embed="rId3" cstate="print"/>
          <a:stretch>
            <a:fillRect/>
          </a:stretch>
        </p:blipFill>
        <p:spPr>
          <a:xfrm>
            <a:off x="16840804" y="7891430"/>
            <a:ext cx="109779" cy="109780"/>
          </a:xfrm>
          <a:prstGeom prst="rect">
            <a:avLst/>
          </a:prstGeom>
        </p:spPr>
      </p:pic>
      <p:pic>
        <p:nvPicPr>
          <p:cNvPr id="32" name="object 32"/>
          <p:cNvPicPr/>
          <p:nvPr/>
        </p:nvPicPr>
        <p:blipFill>
          <a:blip r:embed="rId16" cstate="print"/>
          <a:stretch>
            <a:fillRect/>
          </a:stretch>
        </p:blipFill>
        <p:spPr>
          <a:xfrm>
            <a:off x="16840803" y="7472302"/>
            <a:ext cx="109780" cy="109780"/>
          </a:xfrm>
          <a:prstGeom prst="rect">
            <a:avLst/>
          </a:prstGeom>
        </p:spPr>
      </p:pic>
      <p:pic>
        <p:nvPicPr>
          <p:cNvPr id="33" name="object 33"/>
          <p:cNvPicPr/>
          <p:nvPr/>
        </p:nvPicPr>
        <p:blipFill>
          <a:blip r:embed="rId2" cstate="print"/>
          <a:stretch>
            <a:fillRect/>
          </a:stretch>
        </p:blipFill>
        <p:spPr>
          <a:xfrm>
            <a:off x="17202191" y="9567953"/>
            <a:ext cx="109780" cy="109780"/>
          </a:xfrm>
          <a:prstGeom prst="rect">
            <a:avLst/>
          </a:prstGeom>
        </p:spPr>
      </p:pic>
      <p:pic>
        <p:nvPicPr>
          <p:cNvPr id="34" name="object 34"/>
          <p:cNvPicPr/>
          <p:nvPr/>
        </p:nvPicPr>
        <p:blipFill>
          <a:blip r:embed="rId17" cstate="print"/>
          <a:stretch>
            <a:fillRect/>
          </a:stretch>
        </p:blipFill>
        <p:spPr>
          <a:xfrm>
            <a:off x="17202239" y="9148822"/>
            <a:ext cx="109782" cy="109783"/>
          </a:xfrm>
          <a:prstGeom prst="rect">
            <a:avLst/>
          </a:prstGeom>
        </p:spPr>
      </p:pic>
      <p:pic>
        <p:nvPicPr>
          <p:cNvPr id="35" name="object 35"/>
          <p:cNvPicPr/>
          <p:nvPr/>
        </p:nvPicPr>
        <p:blipFill>
          <a:blip r:embed="rId8" cstate="print"/>
          <a:stretch>
            <a:fillRect/>
          </a:stretch>
        </p:blipFill>
        <p:spPr>
          <a:xfrm>
            <a:off x="17202191" y="8729673"/>
            <a:ext cx="109780" cy="109780"/>
          </a:xfrm>
          <a:prstGeom prst="rect">
            <a:avLst/>
          </a:prstGeom>
        </p:spPr>
      </p:pic>
      <p:pic>
        <p:nvPicPr>
          <p:cNvPr id="36" name="object 36"/>
          <p:cNvPicPr/>
          <p:nvPr/>
        </p:nvPicPr>
        <p:blipFill>
          <a:blip r:embed="rId8" cstate="print"/>
          <a:stretch>
            <a:fillRect/>
          </a:stretch>
        </p:blipFill>
        <p:spPr>
          <a:xfrm>
            <a:off x="17202191" y="8310558"/>
            <a:ext cx="109780" cy="109780"/>
          </a:xfrm>
          <a:prstGeom prst="rect">
            <a:avLst/>
          </a:prstGeom>
        </p:spPr>
      </p:pic>
      <p:pic>
        <p:nvPicPr>
          <p:cNvPr id="37" name="object 37"/>
          <p:cNvPicPr/>
          <p:nvPr/>
        </p:nvPicPr>
        <p:blipFill>
          <a:blip r:embed="rId18" cstate="print"/>
          <a:stretch>
            <a:fillRect/>
          </a:stretch>
        </p:blipFill>
        <p:spPr>
          <a:xfrm>
            <a:off x="17202239" y="7891427"/>
            <a:ext cx="109782" cy="109784"/>
          </a:xfrm>
          <a:prstGeom prst="rect">
            <a:avLst/>
          </a:prstGeom>
        </p:spPr>
      </p:pic>
      <p:pic>
        <p:nvPicPr>
          <p:cNvPr id="38" name="object 38"/>
          <p:cNvPicPr/>
          <p:nvPr/>
        </p:nvPicPr>
        <p:blipFill>
          <a:blip r:embed="rId10" cstate="print"/>
          <a:stretch>
            <a:fillRect/>
          </a:stretch>
        </p:blipFill>
        <p:spPr>
          <a:xfrm>
            <a:off x="17202239" y="7472299"/>
            <a:ext cx="109782" cy="109783"/>
          </a:xfrm>
          <a:prstGeom prst="rect">
            <a:avLst/>
          </a:prstGeom>
        </p:spPr>
      </p:pic>
      <p:pic>
        <p:nvPicPr>
          <p:cNvPr id="39" name="object 39"/>
          <p:cNvPicPr/>
          <p:nvPr/>
        </p:nvPicPr>
        <p:blipFill>
          <a:blip r:embed="rId19" cstate="print"/>
          <a:stretch>
            <a:fillRect/>
          </a:stretch>
        </p:blipFill>
        <p:spPr>
          <a:xfrm>
            <a:off x="17563566" y="9567953"/>
            <a:ext cx="109780" cy="109779"/>
          </a:xfrm>
          <a:prstGeom prst="rect">
            <a:avLst/>
          </a:prstGeom>
        </p:spPr>
      </p:pic>
      <p:pic>
        <p:nvPicPr>
          <p:cNvPr id="40" name="object 40"/>
          <p:cNvPicPr/>
          <p:nvPr/>
        </p:nvPicPr>
        <p:blipFill>
          <a:blip r:embed="rId20" cstate="print"/>
          <a:stretch>
            <a:fillRect/>
          </a:stretch>
        </p:blipFill>
        <p:spPr>
          <a:xfrm>
            <a:off x="17563566" y="9148825"/>
            <a:ext cx="109780" cy="109780"/>
          </a:xfrm>
          <a:prstGeom prst="rect">
            <a:avLst/>
          </a:prstGeom>
        </p:spPr>
      </p:pic>
      <p:pic>
        <p:nvPicPr>
          <p:cNvPr id="41" name="object 41"/>
          <p:cNvPicPr/>
          <p:nvPr/>
        </p:nvPicPr>
        <p:blipFill>
          <a:blip r:embed="rId13" cstate="print"/>
          <a:stretch>
            <a:fillRect/>
          </a:stretch>
        </p:blipFill>
        <p:spPr>
          <a:xfrm>
            <a:off x="17563568" y="8729674"/>
            <a:ext cx="109779" cy="109778"/>
          </a:xfrm>
          <a:prstGeom prst="rect">
            <a:avLst/>
          </a:prstGeom>
        </p:spPr>
      </p:pic>
      <p:pic>
        <p:nvPicPr>
          <p:cNvPr id="42" name="object 42"/>
          <p:cNvPicPr/>
          <p:nvPr/>
        </p:nvPicPr>
        <p:blipFill>
          <a:blip r:embed="rId13" cstate="print"/>
          <a:stretch>
            <a:fillRect/>
          </a:stretch>
        </p:blipFill>
        <p:spPr>
          <a:xfrm>
            <a:off x="17563568" y="8310558"/>
            <a:ext cx="109779" cy="109779"/>
          </a:xfrm>
          <a:prstGeom prst="rect">
            <a:avLst/>
          </a:prstGeom>
        </p:spPr>
      </p:pic>
      <p:pic>
        <p:nvPicPr>
          <p:cNvPr id="43" name="object 43"/>
          <p:cNvPicPr/>
          <p:nvPr/>
        </p:nvPicPr>
        <p:blipFill>
          <a:blip r:embed="rId13" cstate="print"/>
          <a:stretch>
            <a:fillRect/>
          </a:stretch>
        </p:blipFill>
        <p:spPr>
          <a:xfrm>
            <a:off x="17563568" y="7891431"/>
            <a:ext cx="109779" cy="109779"/>
          </a:xfrm>
          <a:prstGeom prst="rect">
            <a:avLst/>
          </a:prstGeom>
        </p:spPr>
      </p:pic>
      <p:pic>
        <p:nvPicPr>
          <p:cNvPr id="44" name="object 44"/>
          <p:cNvPicPr/>
          <p:nvPr/>
        </p:nvPicPr>
        <p:blipFill>
          <a:blip r:embed="rId21" cstate="print"/>
          <a:stretch>
            <a:fillRect/>
          </a:stretch>
        </p:blipFill>
        <p:spPr>
          <a:xfrm>
            <a:off x="17563566" y="7472303"/>
            <a:ext cx="109781" cy="109780"/>
          </a:xfrm>
          <a:prstGeom prst="rect">
            <a:avLst/>
          </a:prstGeom>
        </p:spPr>
      </p:pic>
      <p:sp>
        <p:nvSpPr>
          <p:cNvPr id="45" name="object 45"/>
          <p:cNvSpPr txBox="1">
            <a:spLocks noGrp="1"/>
          </p:cNvSpPr>
          <p:nvPr>
            <p:ph type="title"/>
          </p:nvPr>
        </p:nvSpPr>
        <p:spPr>
          <a:prstGeom prst="rect">
            <a:avLst/>
          </a:prstGeom>
        </p:spPr>
        <p:txBody>
          <a:bodyPr vert="horz" wrap="square" lIns="0" tIns="651714" rIns="0" bIns="0" rtlCol="0">
            <a:spAutoFit/>
          </a:bodyPr>
          <a:lstStyle/>
          <a:p>
            <a:pPr marL="1666875">
              <a:lnSpc>
                <a:spcPct val="100000"/>
              </a:lnSpc>
              <a:spcBef>
                <a:spcPts val="100"/>
              </a:spcBef>
            </a:pPr>
            <a:r>
              <a:rPr spc="90" dirty="0"/>
              <a:t>METHODOLOGY</a:t>
            </a:r>
            <a:endParaRPr spc="90" dirty="0"/>
          </a:p>
        </p:txBody>
      </p:sp>
      <p:pic>
        <p:nvPicPr>
          <p:cNvPr id="46" name="object 46"/>
          <p:cNvPicPr/>
          <p:nvPr/>
        </p:nvPicPr>
        <p:blipFill>
          <a:blip r:embed="rId22" cstate="print"/>
          <a:stretch>
            <a:fillRect/>
          </a:stretch>
        </p:blipFill>
        <p:spPr>
          <a:xfrm>
            <a:off x="1526842" y="199144"/>
            <a:ext cx="2162174" cy="2162174"/>
          </a:xfrm>
          <a:prstGeom prst="rect">
            <a:avLst/>
          </a:prstGeom>
        </p:spPr>
      </p:pic>
      <p:pic>
        <p:nvPicPr>
          <p:cNvPr id="47" name="object 47"/>
          <p:cNvPicPr/>
          <p:nvPr/>
        </p:nvPicPr>
        <p:blipFill>
          <a:blip r:embed="rId23" cstate="print"/>
          <a:stretch>
            <a:fillRect/>
          </a:stretch>
        </p:blipFill>
        <p:spPr>
          <a:xfrm>
            <a:off x="13386603" y="0"/>
            <a:ext cx="2867024" cy="2715008"/>
          </a:xfrm>
          <a:prstGeom prst="rect">
            <a:avLst/>
          </a:prstGeom>
        </p:spPr>
      </p:pic>
      <p:sp>
        <p:nvSpPr>
          <p:cNvPr id="49" name="TextBox 48"/>
          <p:cNvSpPr txBox="1"/>
          <p:nvPr/>
        </p:nvSpPr>
        <p:spPr>
          <a:xfrm>
            <a:off x="2971800" y="4189578"/>
            <a:ext cx="11353800" cy="2862322"/>
          </a:xfrm>
          <a:prstGeom prst="rect">
            <a:avLst/>
          </a:prstGeom>
          <a:noFill/>
        </p:spPr>
        <p:txBody>
          <a:bodyPr wrap="square">
            <a:spAutoFit/>
          </a:bodyPr>
          <a:lstStyle/>
          <a:p>
            <a:pPr marL="571500" indent="-571500">
              <a:buFont typeface="Wingdings" panose="05000000000000000000" pitchFamily="2" charset="2"/>
              <a:buChar char="Ø"/>
            </a:pPr>
            <a:r>
              <a:rPr lang="en-US" sz="3600" b="1" dirty="0">
                <a:solidFill>
                  <a:schemeClr val="accent2">
                    <a:lumMod val="75000"/>
                  </a:schemeClr>
                </a:solidFill>
              </a:rPr>
              <a:t>Collect customer data (age, purchase history)</a:t>
            </a:r>
            <a:endParaRPr lang="en-US" sz="3600" b="1" dirty="0">
              <a:solidFill>
                <a:schemeClr val="accent2">
                  <a:lumMod val="75000"/>
                </a:schemeClr>
              </a:solidFill>
            </a:endParaRPr>
          </a:p>
          <a:p>
            <a:pPr marL="571500" indent="-571500">
              <a:buFont typeface="Wingdings" panose="05000000000000000000" pitchFamily="2" charset="2"/>
              <a:buChar char="Ø"/>
            </a:pPr>
            <a:r>
              <a:rPr lang="en-US" sz="3600" b="1" dirty="0">
                <a:solidFill>
                  <a:schemeClr val="accent2">
                    <a:lumMod val="75000"/>
                  </a:schemeClr>
                </a:solidFill>
              </a:rPr>
              <a:t>Classify customers into age groups</a:t>
            </a:r>
            <a:endParaRPr lang="en-US" sz="3600" b="1" dirty="0">
              <a:solidFill>
                <a:schemeClr val="accent2">
                  <a:lumMod val="75000"/>
                </a:schemeClr>
              </a:solidFill>
            </a:endParaRPr>
          </a:p>
          <a:p>
            <a:pPr marL="571500" indent="-571500">
              <a:buFont typeface="Wingdings" panose="05000000000000000000" pitchFamily="2" charset="2"/>
              <a:buChar char="Ø"/>
            </a:pPr>
            <a:r>
              <a:rPr lang="en-US" sz="3600" b="1" dirty="0">
                <a:solidFill>
                  <a:schemeClr val="accent2">
                    <a:lumMod val="75000"/>
                  </a:schemeClr>
                </a:solidFill>
              </a:rPr>
              <a:t>Analyze buying patterns</a:t>
            </a:r>
            <a:endParaRPr lang="en-US" sz="3600" b="1" dirty="0">
              <a:solidFill>
                <a:schemeClr val="accent2">
                  <a:lumMod val="75000"/>
                </a:schemeClr>
              </a:solidFill>
            </a:endParaRPr>
          </a:p>
          <a:p>
            <a:pPr marL="571500" indent="-571500">
              <a:buFont typeface="Wingdings" panose="05000000000000000000" pitchFamily="2" charset="2"/>
              <a:buChar char="Ø"/>
            </a:pPr>
            <a:r>
              <a:rPr lang="en-US" sz="3600" b="1" dirty="0">
                <a:solidFill>
                  <a:schemeClr val="accent2">
                    <a:lumMod val="75000"/>
                  </a:schemeClr>
                </a:solidFill>
              </a:rPr>
              <a:t>Create visualizations (bar charts, pie charts)</a:t>
            </a:r>
            <a:endParaRPr lang="en-US" sz="3600" b="1" dirty="0">
              <a:solidFill>
                <a:schemeClr val="accent2">
                  <a:lumMod val="75000"/>
                </a:schemeClr>
              </a:solidFill>
            </a:endParaRPr>
          </a:p>
          <a:p>
            <a:pPr marL="571500" indent="-571500">
              <a:buFont typeface="Wingdings" panose="05000000000000000000" pitchFamily="2" charset="2"/>
              <a:buChar char="Ø"/>
            </a:pPr>
            <a:r>
              <a:rPr lang="en-US" sz="3600" b="1" dirty="0">
                <a:solidFill>
                  <a:schemeClr val="accent2">
                    <a:lumMod val="75000"/>
                  </a:schemeClr>
                </a:solidFill>
              </a:rPr>
              <a:t>Interpret results</a:t>
            </a:r>
            <a:endParaRPr lang="en-IN" sz="3600" b="1" dirty="0">
              <a:solidFill>
                <a:schemeClr val="accent2">
                  <a:lumMod val="75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2985135" cy="2985135"/>
            <a:chOff x="0" y="0"/>
            <a:chExt cx="2985135" cy="2985135"/>
          </a:xfrm>
        </p:grpSpPr>
        <p:sp>
          <p:nvSpPr>
            <p:cNvPr id="3" name="object 3"/>
            <p:cNvSpPr/>
            <p:nvPr/>
          </p:nvSpPr>
          <p:spPr>
            <a:xfrm>
              <a:off x="0" y="0"/>
              <a:ext cx="2985135" cy="2985135"/>
            </a:xfrm>
            <a:custGeom>
              <a:avLst/>
              <a:gdLst/>
              <a:ahLst/>
              <a:cxnLst/>
              <a:rect l="l" t="t" r="r" b="b"/>
              <a:pathLst>
                <a:path w="2985135" h="2985135">
                  <a:moveTo>
                    <a:pt x="2985119" y="0"/>
                  </a:moveTo>
                  <a:lnTo>
                    <a:pt x="0" y="0"/>
                  </a:lnTo>
                  <a:lnTo>
                    <a:pt x="0" y="2985119"/>
                  </a:lnTo>
                  <a:lnTo>
                    <a:pt x="2985119" y="0"/>
                  </a:lnTo>
                  <a:close/>
                </a:path>
              </a:pathLst>
            </a:custGeom>
            <a:solidFill>
              <a:srgbClr val="FFC62F"/>
            </a:solidFill>
          </p:spPr>
          <p:txBody>
            <a:bodyPr wrap="square" lIns="0" tIns="0" rIns="0" bIns="0" rtlCol="0"/>
            <a:lstStyle/>
            <a:p/>
          </p:txBody>
        </p:sp>
        <p:sp>
          <p:nvSpPr>
            <p:cNvPr id="4" name="object 4"/>
            <p:cNvSpPr/>
            <p:nvPr/>
          </p:nvSpPr>
          <p:spPr>
            <a:xfrm>
              <a:off x="0" y="0"/>
              <a:ext cx="1704975" cy="1704975"/>
            </a:xfrm>
            <a:custGeom>
              <a:avLst/>
              <a:gdLst/>
              <a:ahLst/>
              <a:cxnLst/>
              <a:rect l="l" t="t" r="r" b="b"/>
              <a:pathLst>
                <a:path w="1704975" h="1704975">
                  <a:moveTo>
                    <a:pt x="1704769" y="0"/>
                  </a:moveTo>
                  <a:lnTo>
                    <a:pt x="0" y="0"/>
                  </a:lnTo>
                  <a:lnTo>
                    <a:pt x="0" y="1704768"/>
                  </a:lnTo>
                  <a:lnTo>
                    <a:pt x="1704769" y="0"/>
                  </a:lnTo>
                  <a:close/>
                </a:path>
              </a:pathLst>
            </a:custGeom>
            <a:solidFill>
              <a:srgbClr val="002972"/>
            </a:solidFill>
          </p:spPr>
          <p:txBody>
            <a:bodyPr wrap="square" lIns="0" tIns="0" rIns="0" bIns="0" rtlCol="0"/>
            <a:lstStyle/>
            <a:p/>
          </p:txBody>
        </p:sp>
      </p:grpSp>
      <p:grpSp>
        <p:nvGrpSpPr>
          <p:cNvPr id="5" name="object 5"/>
          <p:cNvGrpSpPr/>
          <p:nvPr/>
        </p:nvGrpSpPr>
        <p:grpSpPr>
          <a:xfrm>
            <a:off x="15302881" y="7301879"/>
            <a:ext cx="2985135" cy="2985135"/>
            <a:chOff x="15302881" y="7301879"/>
            <a:chExt cx="2985135" cy="2985135"/>
          </a:xfrm>
        </p:grpSpPr>
        <p:sp>
          <p:nvSpPr>
            <p:cNvPr id="6" name="object 6"/>
            <p:cNvSpPr/>
            <p:nvPr/>
          </p:nvSpPr>
          <p:spPr>
            <a:xfrm>
              <a:off x="15302881" y="7301879"/>
              <a:ext cx="2985135" cy="2985135"/>
            </a:xfrm>
            <a:custGeom>
              <a:avLst/>
              <a:gdLst/>
              <a:ahLst/>
              <a:cxnLst/>
              <a:rect l="l" t="t" r="r" b="b"/>
              <a:pathLst>
                <a:path w="2985134" h="2985134">
                  <a:moveTo>
                    <a:pt x="0" y="2985120"/>
                  </a:moveTo>
                  <a:lnTo>
                    <a:pt x="2985120" y="2985120"/>
                  </a:lnTo>
                  <a:lnTo>
                    <a:pt x="2985120" y="0"/>
                  </a:lnTo>
                  <a:lnTo>
                    <a:pt x="0" y="2985120"/>
                  </a:lnTo>
                  <a:close/>
                </a:path>
              </a:pathLst>
            </a:custGeom>
            <a:solidFill>
              <a:srgbClr val="FFC62F"/>
            </a:solidFill>
          </p:spPr>
          <p:txBody>
            <a:bodyPr wrap="square" lIns="0" tIns="0" rIns="0" bIns="0" rtlCol="0"/>
            <a:lstStyle/>
            <a:p/>
          </p:txBody>
        </p:sp>
        <p:sp>
          <p:nvSpPr>
            <p:cNvPr id="7" name="object 7"/>
            <p:cNvSpPr/>
            <p:nvPr/>
          </p:nvSpPr>
          <p:spPr>
            <a:xfrm>
              <a:off x="16583232" y="8582229"/>
              <a:ext cx="1704975" cy="1704975"/>
            </a:xfrm>
            <a:custGeom>
              <a:avLst/>
              <a:gdLst/>
              <a:ahLst/>
              <a:cxnLst/>
              <a:rect l="l" t="t" r="r" b="b"/>
              <a:pathLst>
                <a:path w="1704975" h="1704975">
                  <a:moveTo>
                    <a:pt x="0" y="1704769"/>
                  </a:moveTo>
                  <a:lnTo>
                    <a:pt x="1704769" y="1704769"/>
                  </a:lnTo>
                  <a:lnTo>
                    <a:pt x="1704769" y="0"/>
                  </a:lnTo>
                  <a:lnTo>
                    <a:pt x="0" y="1704769"/>
                  </a:lnTo>
                  <a:close/>
                </a:path>
              </a:pathLst>
            </a:custGeom>
            <a:solidFill>
              <a:srgbClr val="002972"/>
            </a:solidFill>
          </p:spPr>
          <p:txBody>
            <a:bodyPr wrap="square" lIns="0" tIns="0" rIns="0" bIns="0" rtlCol="0"/>
            <a:lstStyle/>
            <a:p/>
          </p:txBody>
        </p:sp>
      </p:grpSp>
      <p:pic>
        <p:nvPicPr>
          <p:cNvPr id="8" name="object 8"/>
          <p:cNvPicPr/>
          <p:nvPr/>
        </p:nvPicPr>
        <p:blipFill>
          <a:blip r:embed="rId1" cstate="print"/>
          <a:stretch>
            <a:fillRect/>
          </a:stretch>
        </p:blipFill>
        <p:spPr>
          <a:xfrm>
            <a:off x="610204" y="9567953"/>
            <a:ext cx="109780" cy="109780"/>
          </a:xfrm>
          <a:prstGeom prst="rect">
            <a:avLst/>
          </a:prstGeom>
        </p:spPr>
      </p:pic>
      <p:pic>
        <p:nvPicPr>
          <p:cNvPr id="9" name="object 9"/>
          <p:cNvPicPr/>
          <p:nvPr/>
        </p:nvPicPr>
        <p:blipFill>
          <a:blip r:embed="rId2" cstate="print"/>
          <a:stretch>
            <a:fillRect/>
          </a:stretch>
        </p:blipFill>
        <p:spPr>
          <a:xfrm>
            <a:off x="610204" y="9148825"/>
            <a:ext cx="109780" cy="109780"/>
          </a:xfrm>
          <a:prstGeom prst="rect">
            <a:avLst/>
          </a:prstGeom>
        </p:spPr>
      </p:pic>
      <p:pic>
        <p:nvPicPr>
          <p:cNvPr id="10" name="object 10"/>
          <p:cNvPicPr/>
          <p:nvPr/>
        </p:nvPicPr>
        <p:blipFill>
          <a:blip r:embed="rId3" cstate="print"/>
          <a:stretch>
            <a:fillRect/>
          </a:stretch>
        </p:blipFill>
        <p:spPr>
          <a:xfrm>
            <a:off x="610205" y="8729673"/>
            <a:ext cx="109779" cy="109780"/>
          </a:xfrm>
          <a:prstGeom prst="rect">
            <a:avLst/>
          </a:prstGeom>
        </p:spPr>
      </p:pic>
      <p:pic>
        <p:nvPicPr>
          <p:cNvPr id="11" name="object 11"/>
          <p:cNvPicPr/>
          <p:nvPr/>
        </p:nvPicPr>
        <p:blipFill>
          <a:blip r:embed="rId3" cstate="print"/>
          <a:stretch>
            <a:fillRect/>
          </a:stretch>
        </p:blipFill>
        <p:spPr>
          <a:xfrm>
            <a:off x="610205" y="8310558"/>
            <a:ext cx="109779" cy="109780"/>
          </a:xfrm>
          <a:prstGeom prst="rect">
            <a:avLst/>
          </a:prstGeom>
        </p:spPr>
      </p:pic>
      <p:pic>
        <p:nvPicPr>
          <p:cNvPr id="12" name="object 12"/>
          <p:cNvPicPr/>
          <p:nvPr/>
        </p:nvPicPr>
        <p:blipFill>
          <a:blip r:embed="rId3" cstate="print"/>
          <a:stretch>
            <a:fillRect/>
          </a:stretch>
        </p:blipFill>
        <p:spPr>
          <a:xfrm>
            <a:off x="610205" y="7891430"/>
            <a:ext cx="109779" cy="109780"/>
          </a:xfrm>
          <a:prstGeom prst="rect">
            <a:avLst/>
          </a:prstGeom>
        </p:spPr>
      </p:pic>
      <p:pic>
        <p:nvPicPr>
          <p:cNvPr id="13" name="object 13"/>
          <p:cNvPicPr/>
          <p:nvPr/>
        </p:nvPicPr>
        <p:blipFill>
          <a:blip r:embed="rId4" cstate="print"/>
          <a:stretch>
            <a:fillRect/>
          </a:stretch>
        </p:blipFill>
        <p:spPr>
          <a:xfrm>
            <a:off x="610203" y="7472302"/>
            <a:ext cx="109780" cy="109780"/>
          </a:xfrm>
          <a:prstGeom prst="rect">
            <a:avLst/>
          </a:prstGeom>
        </p:spPr>
      </p:pic>
      <p:pic>
        <p:nvPicPr>
          <p:cNvPr id="14" name="object 14"/>
          <p:cNvPicPr/>
          <p:nvPr/>
        </p:nvPicPr>
        <p:blipFill>
          <a:blip r:embed="rId5" cstate="print"/>
          <a:stretch>
            <a:fillRect/>
          </a:stretch>
        </p:blipFill>
        <p:spPr>
          <a:xfrm>
            <a:off x="971592" y="9567953"/>
            <a:ext cx="109780" cy="109780"/>
          </a:xfrm>
          <a:prstGeom prst="rect">
            <a:avLst/>
          </a:prstGeom>
        </p:spPr>
      </p:pic>
      <p:pic>
        <p:nvPicPr>
          <p:cNvPr id="15" name="object 15"/>
          <p:cNvPicPr/>
          <p:nvPr/>
        </p:nvPicPr>
        <p:blipFill>
          <a:blip r:embed="rId6" cstate="print"/>
          <a:stretch>
            <a:fillRect/>
          </a:stretch>
        </p:blipFill>
        <p:spPr>
          <a:xfrm>
            <a:off x="971641" y="9148822"/>
            <a:ext cx="109782" cy="109783"/>
          </a:xfrm>
          <a:prstGeom prst="rect">
            <a:avLst/>
          </a:prstGeom>
        </p:spPr>
      </p:pic>
      <p:pic>
        <p:nvPicPr>
          <p:cNvPr id="16" name="object 16"/>
          <p:cNvPicPr/>
          <p:nvPr/>
        </p:nvPicPr>
        <p:blipFill>
          <a:blip r:embed="rId7" cstate="print"/>
          <a:stretch>
            <a:fillRect/>
          </a:stretch>
        </p:blipFill>
        <p:spPr>
          <a:xfrm>
            <a:off x="971592" y="8729673"/>
            <a:ext cx="109780" cy="109780"/>
          </a:xfrm>
          <a:prstGeom prst="rect">
            <a:avLst/>
          </a:prstGeom>
        </p:spPr>
      </p:pic>
      <p:pic>
        <p:nvPicPr>
          <p:cNvPr id="17" name="object 17"/>
          <p:cNvPicPr/>
          <p:nvPr/>
        </p:nvPicPr>
        <p:blipFill>
          <a:blip r:embed="rId7" cstate="print"/>
          <a:stretch>
            <a:fillRect/>
          </a:stretch>
        </p:blipFill>
        <p:spPr>
          <a:xfrm>
            <a:off x="971592" y="8310558"/>
            <a:ext cx="109780" cy="109780"/>
          </a:xfrm>
          <a:prstGeom prst="rect">
            <a:avLst/>
          </a:prstGeom>
        </p:spPr>
      </p:pic>
      <p:pic>
        <p:nvPicPr>
          <p:cNvPr id="18" name="object 18"/>
          <p:cNvPicPr/>
          <p:nvPr/>
        </p:nvPicPr>
        <p:blipFill>
          <a:blip r:embed="rId8" cstate="print"/>
          <a:stretch>
            <a:fillRect/>
          </a:stretch>
        </p:blipFill>
        <p:spPr>
          <a:xfrm>
            <a:off x="971641" y="7891427"/>
            <a:ext cx="109782" cy="109784"/>
          </a:xfrm>
          <a:prstGeom prst="rect">
            <a:avLst/>
          </a:prstGeom>
        </p:spPr>
      </p:pic>
      <p:pic>
        <p:nvPicPr>
          <p:cNvPr id="19" name="object 19"/>
          <p:cNvPicPr/>
          <p:nvPr/>
        </p:nvPicPr>
        <p:blipFill>
          <a:blip r:embed="rId9" cstate="print"/>
          <a:stretch>
            <a:fillRect/>
          </a:stretch>
        </p:blipFill>
        <p:spPr>
          <a:xfrm>
            <a:off x="971640" y="7472299"/>
            <a:ext cx="109782" cy="109783"/>
          </a:xfrm>
          <a:prstGeom prst="rect">
            <a:avLst/>
          </a:prstGeom>
        </p:spPr>
      </p:pic>
      <p:pic>
        <p:nvPicPr>
          <p:cNvPr id="20" name="object 20"/>
          <p:cNvPicPr/>
          <p:nvPr/>
        </p:nvPicPr>
        <p:blipFill>
          <a:blip r:embed="rId10" cstate="print"/>
          <a:stretch>
            <a:fillRect/>
          </a:stretch>
        </p:blipFill>
        <p:spPr>
          <a:xfrm>
            <a:off x="1332967" y="9567953"/>
            <a:ext cx="109780" cy="109779"/>
          </a:xfrm>
          <a:prstGeom prst="rect">
            <a:avLst/>
          </a:prstGeom>
        </p:spPr>
      </p:pic>
      <p:pic>
        <p:nvPicPr>
          <p:cNvPr id="21" name="object 21"/>
          <p:cNvPicPr/>
          <p:nvPr/>
        </p:nvPicPr>
        <p:blipFill>
          <a:blip r:embed="rId11" cstate="print"/>
          <a:stretch>
            <a:fillRect/>
          </a:stretch>
        </p:blipFill>
        <p:spPr>
          <a:xfrm>
            <a:off x="1332967" y="9148825"/>
            <a:ext cx="109780" cy="109780"/>
          </a:xfrm>
          <a:prstGeom prst="rect">
            <a:avLst/>
          </a:prstGeom>
        </p:spPr>
      </p:pic>
      <p:pic>
        <p:nvPicPr>
          <p:cNvPr id="22" name="object 22"/>
          <p:cNvPicPr/>
          <p:nvPr/>
        </p:nvPicPr>
        <p:blipFill>
          <a:blip r:embed="rId12" cstate="print"/>
          <a:stretch>
            <a:fillRect/>
          </a:stretch>
        </p:blipFill>
        <p:spPr>
          <a:xfrm>
            <a:off x="1332968" y="8729674"/>
            <a:ext cx="109779" cy="109778"/>
          </a:xfrm>
          <a:prstGeom prst="rect">
            <a:avLst/>
          </a:prstGeom>
        </p:spPr>
      </p:pic>
      <p:pic>
        <p:nvPicPr>
          <p:cNvPr id="23" name="object 23"/>
          <p:cNvPicPr/>
          <p:nvPr/>
        </p:nvPicPr>
        <p:blipFill>
          <a:blip r:embed="rId12" cstate="print"/>
          <a:stretch>
            <a:fillRect/>
          </a:stretch>
        </p:blipFill>
        <p:spPr>
          <a:xfrm>
            <a:off x="1332968" y="8310558"/>
            <a:ext cx="109779" cy="109779"/>
          </a:xfrm>
          <a:prstGeom prst="rect">
            <a:avLst/>
          </a:prstGeom>
        </p:spPr>
      </p:pic>
      <p:pic>
        <p:nvPicPr>
          <p:cNvPr id="24" name="object 24"/>
          <p:cNvPicPr/>
          <p:nvPr/>
        </p:nvPicPr>
        <p:blipFill>
          <a:blip r:embed="rId12" cstate="print"/>
          <a:stretch>
            <a:fillRect/>
          </a:stretch>
        </p:blipFill>
        <p:spPr>
          <a:xfrm>
            <a:off x="1332968" y="7891431"/>
            <a:ext cx="109779" cy="109779"/>
          </a:xfrm>
          <a:prstGeom prst="rect">
            <a:avLst/>
          </a:prstGeom>
        </p:spPr>
      </p:pic>
      <p:pic>
        <p:nvPicPr>
          <p:cNvPr id="25" name="object 25"/>
          <p:cNvPicPr/>
          <p:nvPr/>
        </p:nvPicPr>
        <p:blipFill>
          <a:blip r:embed="rId13" cstate="print"/>
          <a:stretch>
            <a:fillRect/>
          </a:stretch>
        </p:blipFill>
        <p:spPr>
          <a:xfrm>
            <a:off x="1332967" y="7472303"/>
            <a:ext cx="109781" cy="109780"/>
          </a:xfrm>
          <a:prstGeom prst="rect">
            <a:avLst/>
          </a:prstGeom>
        </p:spPr>
      </p:pic>
      <p:pic>
        <p:nvPicPr>
          <p:cNvPr id="26" name="object 26"/>
          <p:cNvPicPr/>
          <p:nvPr/>
        </p:nvPicPr>
        <p:blipFill>
          <a:blip r:embed="rId14" cstate="print"/>
          <a:stretch>
            <a:fillRect/>
          </a:stretch>
        </p:blipFill>
        <p:spPr>
          <a:xfrm>
            <a:off x="16840804" y="2700428"/>
            <a:ext cx="109780" cy="109780"/>
          </a:xfrm>
          <a:prstGeom prst="rect">
            <a:avLst/>
          </a:prstGeom>
        </p:spPr>
      </p:pic>
      <p:pic>
        <p:nvPicPr>
          <p:cNvPr id="27" name="object 27"/>
          <p:cNvPicPr/>
          <p:nvPr/>
        </p:nvPicPr>
        <p:blipFill>
          <a:blip r:embed="rId2" cstate="print"/>
          <a:stretch>
            <a:fillRect/>
          </a:stretch>
        </p:blipFill>
        <p:spPr>
          <a:xfrm>
            <a:off x="16840804" y="2281301"/>
            <a:ext cx="109780" cy="109780"/>
          </a:xfrm>
          <a:prstGeom prst="rect">
            <a:avLst/>
          </a:prstGeom>
        </p:spPr>
      </p:pic>
      <p:pic>
        <p:nvPicPr>
          <p:cNvPr id="28" name="object 28"/>
          <p:cNvPicPr/>
          <p:nvPr/>
        </p:nvPicPr>
        <p:blipFill>
          <a:blip r:embed="rId3" cstate="print"/>
          <a:stretch>
            <a:fillRect/>
          </a:stretch>
        </p:blipFill>
        <p:spPr>
          <a:xfrm>
            <a:off x="16840804" y="1862148"/>
            <a:ext cx="109779" cy="109780"/>
          </a:xfrm>
          <a:prstGeom prst="rect">
            <a:avLst/>
          </a:prstGeom>
        </p:spPr>
      </p:pic>
      <p:pic>
        <p:nvPicPr>
          <p:cNvPr id="29" name="object 29"/>
          <p:cNvPicPr/>
          <p:nvPr/>
        </p:nvPicPr>
        <p:blipFill>
          <a:blip r:embed="rId3" cstate="print"/>
          <a:stretch>
            <a:fillRect/>
          </a:stretch>
        </p:blipFill>
        <p:spPr>
          <a:xfrm>
            <a:off x="16840804" y="1443033"/>
            <a:ext cx="109779" cy="109780"/>
          </a:xfrm>
          <a:prstGeom prst="rect">
            <a:avLst/>
          </a:prstGeom>
        </p:spPr>
      </p:pic>
      <p:pic>
        <p:nvPicPr>
          <p:cNvPr id="30" name="object 30"/>
          <p:cNvPicPr/>
          <p:nvPr/>
        </p:nvPicPr>
        <p:blipFill>
          <a:blip r:embed="rId15" cstate="print"/>
          <a:stretch>
            <a:fillRect/>
          </a:stretch>
        </p:blipFill>
        <p:spPr>
          <a:xfrm>
            <a:off x="16840804" y="1023906"/>
            <a:ext cx="109779" cy="109780"/>
          </a:xfrm>
          <a:prstGeom prst="rect">
            <a:avLst/>
          </a:prstGeom>
        </p:spPr>
      </p:pic>
      <p:pic>
        <p:nvPicPr>
          <p:cNvPr id="31" name="object 31"/>
          <p:cNvPicPr/>
          <p:nvPr/>
        </p:nvPicPr>
        <p:blipFill>
          <a:blip r:embed="rId16" cstate="print"/>
          <a:stretch>
            <a:fillRect/>
          </a:stretch>
        </p:blipFill>
        <p:spPr>
          <a:xfrm>
            <a:off x="16840803" y="604778"/>
            <a:ext cx="109780" cy="109780"/>
          </a:xfrm>
          <a:prstGeom prst="rect">
            <a:avLst/>
          </a:prstGeom>
        </p:spPr>
      </p:pic>
      <p:pic>
        <p:nvPicPr>
          <p:cNvPr id="32" name="object 32"/>
          <p:cNvPicPr/>
          <p:nvPr/>
        </p:nvPicPr>
        <p:blipFill>
          <a:blip r:embed="rId2" cstate="print"/>
          <a:stretch>
            <a:fillRect/>
          </a:stretch>
        </p:blipFill>
        <p:spPr>
          <a:xfrm>
            <a:off x="17202191" y="2700428"/>
            <a:ext cx="109780" cy="109780"/>
          </a:xfrm>
          <a:prstGeom prst="rect">
            <a:avLst/>
          </a:prstGeom>
        </p:spPr>
      </p:pic>
      <p:pic>
        <p:nvPicPr>
          <p:cNvPr id="33" name="object 33"/>
          <p:cNvPicPr/>
          <p:nvPr/>
        </p:nvPicPr>
        <p:blipFill>
          <a:blip r:embed="rId17" cstate="print"/>
          <a:stretch>
            <a:fillRect/>
          </a:stretch>
        </p:blipFill>
        <p:spPr>
          <a:xfrm>
            <a:off x="17202239" y="2281297"/>
            <a:ext cx="109782" cy="109783"/>
          </a:xfrm>
          <a:prstGeom prst="rect">
            <a:avLst/>
          </a:prstGeom>
        </p:spPr>
      </p:pic>
      <p:pic>
        <p:nvPicPr>
          <p:cNvPr id="34" name="object 34"/>
          <p:cNvPicPr/>
          <p:nvPr/>
        </p:nvPicPr>
        <p:blipFill>
          <a:blip r:embed="rId7" cstate="print"/>
          <a:stretch>
            <a:fillRect/>
          </a:stretch>
        </p:blipFill>
        <p:spPr>
          <a:xfrm>
            <a:off x="17202191" y="1862148"/>
            <a:ext cx="109780" cy="109780"/>
          </a:xfrm>
          <a:prstGeom prst="rect">
            <a:avLst/>
          </a:prstGeom>
        </p:spPr>
      </p:pic>
      <p:pic>
        <p:nvPicPr>
          <p:cNvPr id="35" name="object 35"/>
          <p:cNvPicPr/>
          <p:nvPr/>
        </p:nvPicPr>
        <p:blipFill>
          <a:blip r:embed="rId7" cstate="print"/>
          <a:stretch>
            <a:fillRect/>
          </a:stretch>
        </p:blipFill>
        <p:spPr>
          <a:xfrm>
            <a:off x="17202191" y="1443033"/>
            <a:ext cx="109780" cy="109780"/>
          </a:xfrm>
          <a:prstGeom prst="rect">
            <a:avLst/>
          </a:prstGeom>
        </p:spPr>
      </p:pic>
      <p:pic>
        <p:nvPicPr>
          <p:cNvPr id="36" name="object 36"/>
          <p:cNvPicPr/>
          <p:nvPr/>
        </p:nvPicPr>
        <p:blipFill>
          <a:blip r:embed="rId18" cstate="print"/>
          <a:stretch>
            <a:fillRect/>
          </a:stretch>
        </p:blipFill>
        <p:spPr>
          <a:xfrm>
            <a:off x="17202239" y="1023902"/>
            <a:ext cx="109782" cy="109784"/>
          </a:xfrm>
          <a:prstGeom prst="rect">
            <a:avLst/>
          </a:prstGeom>
        </p:spPr>
      </p:pic>
      <p:pic>
        <p:nvPicPr>
          <p:cNvPr id="37" name="object 37"/>
          <p:cNvPicPr/>
          <p:nvPr/>
        </p:nvPicPr>
        <p:blipFill>
          <a:blip r:embed="rId9" cstate="print"/>
          <a:stretch>
            <a:fillRect/>
          </a:stretch>
        </p:blipFill>
        <p:spPr>
          <a:xfrm>
            <a:off x="17202239" y="604775"/>
            <a:ext cx="109782" cy="109783"/>
          </a:xfrm>
          <a:prstGeom prst="rect">
            <a:avLst/>
          </a:prstGeom>
        </p:spPr>
      </p:pic>
      <p:pic>
        <p:nvPicPr>
          <p:cNvPr id="38" name="object 38"/>
          <p:cNvPicPr/>
          <p:nvPr/>
        </p:nvPicPr>
        <p:blipFill>
          <a:blip r:embed="rId19" cstate="print"/>
          <a:stretch>
            <a:fillRect/>
          </a:stretch>
        </p:blipFill>
        <p:spPr>
          <a:xfrm>
            <a:off x="17563566" y="2700429"/>
            <a:ext cx="109780" cy="109779"/>
          </a:xfrm>
          <a:prstGeom prst="rect">
            <a:avLst/>
          </a:prstGeom>
        </p:spPr>
      </p:pic>
      <p:pic>
        <p:nvPicPr>
          <p:cNvPr id="39" name="object 39"/>
          <p:cNvPicPr/>
          <p:nvPr/>
        </p:nvPicPr>
        <p:blipFill>
          <a:blip r:embed="rId20" cstate="print"/>
          <a:stretch>
            <a:fillRect/>
          </a:stretch>
        </p:blipFill>
        <p:spPr>
          <a:xfrm>
            <a:off x="17563566" y="2281301"/>
            <a:ext cx="109780" cy="109780"/>
          </a:xfrm>
          <a:prstGeom prst="rect">
            <a:avLst/>
          </a:prstGeom>
        </p:spPr>
      </p:pic>
      <p:pic>
        <p:nvPicPr>
          <p:cNvPr id="40" name="object 40"/>
          <p:cNvPicPr/>
          <p:nvPr/>
        </p:nvPicPr>
        <p:blipFill>
          <a:blip r:embed="rId12" cstate="print"/>
          <a:stretch>
            <a:fillRect/>
          </a:stretch>
        </p:blipFill>
        <p:spPr>
          <a:xfrm>
            <a:off x="17563568" y="1862149"/>
            <a:ext cx="109779" cy="109778"/>
          </a:xfrm>
          <a:prstGeom prst="rect">
            <a:avLst/>
          </a:prstGeom>
        </p:spPr>
      </p:pic>
      <p:pic>
        <p:nvPicPr>
          <p:cNvPr id="41" name="object 41"/>
          <p:cNvPicPr/>
          <p:nvPr/>
        </p:nvPicPr>
        <p:blipFill>
          <a:blip r:embed="rId12" cstate="print"/>
          <a:stretch>
            <a:fillRect/>
          </a:stretch>
        </p:blipFill>
        <p:spPr>
          <a:xfrm>
            <a:off x="17563568" y="1443034"/>
            <a:ext cx="109779" cy="109779"/>
          </a:xfrm>
          <a:prstGeom prst="rect">
            <a:avLst/>
          </a:prstGeom>
        </p:spPr>
      </p:pic>
      <p:pic>
        <p:nvPicPr>
          <p:cNvPr id="42" name="object 42"/>
          <p:cNvPicPr/>
          <p:nvPr/>
        </p:nvPicPr>
        <p:blipFill>
          <a:blip r:embed="rId12" cstate="print"/>
          <a:stretch>
            <a:fillRect/>
          </a:stretch>
        </p:blipFill>
        <p:spPr>
          <a:xfrm>
            <a:off x="17563568" y="1023906"/>
            <a:ext cx="109779" cy="109779"/>
          </a:xfrm>
          <a:prstGeom prst="rect">
            <a:avLst/>
          </a:prstGeom>
        </p:spPr>
      </p:pic>
      <p:pic>
        <p:nvPicPr>
          <p:cNvPr id="43" name="object 43"/>
          <p:cNvPicPr/>
          <p:nvPr/>
        </p:nvPicPr>
        <p:blipFill>
          <a:blip r:embed="rId21" cstate="print"/>
          <a:stretch>
            <a:fillRect/>
          </a:stretch>
        </p:blipFill>
        <p:spPr>
          <a:xfrm>
            <a:off x="17563566" y="604779"/>
            <a:ext cx="109781" cy="109780"/>
          </a:xfrm>
          <a:prstGeom prst="rect">
            <a:avLst/>
          </a:prstGeom>
        </p:spPr>
      </p:pic>
      <p:sp>
        <p:nvSpPr>
          <p:cNvPr id="44" name="object 44"/>
          <p:cNvSpPr txBox="1">
            <a:spLocks noGrp="1"/>
          </p:cNvSpPr>
          <p:nvPr>
            <p:ph type="title"/>
          </p:nvPr>
        </p:nvSpPr>
        <p:spPr>
          <a:xfrm>
            <a:off x="3906965" y="1679241"/>
            <a:ext cx="10474325" cy="2372995"/>
          </a:xfrm>
          <a:prstGeom prst="rect">
            <a:avLst/>
          </a:prstGeom>
        </p:spPr>
        <p:txBody>
          <a:bodyPr vert="horz" wrap="square" lIns="0" tIns="500380" rIns="0" bIns="0" rtlCol="0">
            <a:spAutoFit/>
          </a:bodyPr>
          <a:lstStyle/>
          <a:p>
            <a:pPr algn="ctr">
              <a:lnSpc>
                <a:spcPct val="100000"/>
              </a:lnSpc>
              <a:spcBef>
                <a:spcPts val="3940"/>
              </a:spcBef>
            </a:pPr>
            <a:r>
              <a:rPr spc="155" dirty="0"/>
              <a:t>TECHNOLOGY</a:t>
            </a:r>
            <a:r>
              <a:rPr spc="105" dirty="0"/>
              <a:t> </a:t>
            </a:r>
            <a:r>
              <a:rPr spc="30" dirty="0"/>
              <a:t>USED</a:t>
            </a:r>
            <a:endParaRPr spc="30" dirty="0"/>
          </a:p>
          <a:p>
            <a:pPr algn="ctr">
              <a:lnSpc>
                <a:spcPct val="100000"/>
              </a:lnSpc>
              <a:spcBef>
                <a:spcPts val="1440"/>
              </a:spcBef>
              <a:tabLst>
                <a:tab pos="1543050" algn="l"/>
              </a:tabLst>
            </a:pPr>
            <a:r>
              <a:rPr sz="3000" spc="-10" dirty="0"/>
              <a:t>TOOLS</a:t>
            </a:r>
            <a:r>
              <a:rPr sz="3000" dirty="0"/>
              <a:t>	AND</a:t>
            </a:r>
            <a:r>
              <a:rPr sz="3000" spc="165" dirty="0"/>
              <a:t> </a:t>
            </a:r>
            <a:r>
              <a:rPr sz="3000" spc="-10" dirty="0"/>
              <a:t>LANGUAGES</a:t>
            </a:r>
            <a:endParaRPr sz="3000"/>
          </a:p>
        </p:txBody>
      </p:sp>
      <p:pic>
        <p:nvPicPr>
          <p:cNvPr id="45" name="object 45"/>
          <p:cNvPicPr/>
          <p:nvPr/>
        </p:nvPicPr>
        <p:blipFill>
          <a:blip r:embed="rId22" cstate="print"/>
          <a:stretch>
            <a:fillRect/>
          </a:stretch>
        </p:blipFill>
        <p:spPr>
          <a:xfrm>
            <a:off x="1882136" y="300051"/>
            <a:ext cx="2162174" cy="2162174"/>
          </a:xfrm>
          <a:prstGeom prst="rect">
            <a:avLst/>
          </a:prstGeom>
        </p:spPr>
      </p:pic>
      <p:pic>
        <p:nvPicPr>
          <p:cNvPr id="46" name="object 46"/>
          <p:cNvPicPr/>
          <p:nvPr/>
        </p:nvPicPr>
        <p:blipFill>
          <a:blip r:embed="rId23" cstate="print"/>
          <a:stretch>
            <a:fillRect/>
          </a:stretch>
        </p:blipFill>
        <p:spPr>
          <a:xfrm>
            <a:off x="13974985" y="0"/>
            <a:ext cx="2867024" cy="2815915"/>
          </a:xfrm>
          <a:prstGeom prst="rect">
            <a:avLst/>
          </a:prstGeom>
        </p:spPr>
      </p:pic>
      <p:sp>
        <p:nvSpPr>
          <p:cNvPr id="48" name="TextBox 47"/>
          <p:cNvSpPr txBox="1"/>
          <p:nvPr/>
        </p:nvSpPr>
        <p:spPr>
          <a:xfrm>
            <a:off x="3733800" y="4418238"/>
            <a:ext cx="10008116" cy="2554545"/>
          </a:xfrm>
          <a:prstGeom prst="rect">
            <a:avLst/>
          </a:prstGeom>
          <a:noFill/>
        </p:spPr>
        <p:txBody>
          <a:bodyPr wrap="square">
            <a:spAutoFit/>
          </a:bodyPr>
          <a:lstStyle/>
          <a:p>
            <a:pPr marL="285750" indent="-285750">
              <a:buFont typeface="Wingdings" panose="05000000000000000000" pitchFamily="2" charset="2"/>
              <a:buChar char="Ø"/>
            </a:pPr>
            <a:r>
              <a:rPr lang="en-IN" sz="4000" b="1" dirty="0">
                <a:solidFill>
                  <a:schemeClr val="accent2">
                    <a:lumMod val="75000"/>
                  </a:schemeClr>
                </a:solidFill>
              </a:rPr>
              <a:t>Python</a:t>
            </a:r>
            <a:endParaRPr lang="en-IN" sz="4000" b="1" dirty="0">
              <a:solidFill>
                <a:schemeClr val="accent2">
                  <a:lumMod val="75000"/>
                </a:schemeClr>
              </a:solidFill>
            </a:endParaRPr>
          </a:p>
          <a:p>
            <a:pPr marL="285750" indent="-285750">
              <a:buFont typeface="Wingdings" panose="05000000000000000000" pitchFamily="2" charset="2"/>
              <a:buChar char="Ø"/>
            </a:pPr>
            <a:r>
              <a:rPr lang="en-IN" sz="4000" b="1" dirty="0">
                <a:solidFill>
                  <a:schemeClr val="accent2">
                    <a:lumMod val="75000"/>
                  </a:schemeClr>
                </a:solidFill>
              </a:rPr>
              <a:t>Pandas (for data analysis)</a:t>
            </a:r>
            <a:endParaRPr lang="en-IN" sz="4000" b="1" dirty="0">
              <a:solidFill>
                <a:schemeClr val="accent2">
                  <a:lumMod val="75000"/>
                </a:schemeClr>
              </a:solidFill>
            </a:endParaRPr>
          </a:p>
          <a:p>
            <a:pPr marL="285750" indent="-285750">
              <a:buFont typeface="Wingdings" panose="05000000000000000000" pitchFamily="2" charset="2"/>
              <a:buChar char="Ø"/>
            </a:pPr>
            <a:r>
              <a:rPr lang="en-IN" sz="4000" b="1" dirty="0">
                <a:solidFill>
                  <a:schemeClr val="accent2">
                    <a:lumMod val="75000"/>
                  </a:schemeClr>
                </a:solidFill>
              </a:rPr>
              <a:t>Matplotlib / Seaborn (for visualization)</a:t>
            </a:r>
            <a:endParaRPr lang="en-IN" sz="4000" b="1" dirty="0">
              <a:solidFill>
                <a:schemeClr val="accent2">
                  <a:lumMod val="75000"/>
                </a:schemeClr>
              </a:solidFill>
            </a:endParaRPr>
          </a:p>
          <a:p>
            <a:pPr marL="285750" indent="-285750">
              <a:buFont typeface="Wingdings" panose="05000000000000000000" pitchFamily="2" charset="2"/>
              <a:buChar char="Ø"/>
            </a:pPr>
            <a:r>
              <a:rPr lang="en-IN" sz="4000" b="1" dirty="0">
                <a:solidFill>
                  <a:schemeClr val="accent2">
                    <a:lumMod val="75000"/>
                  </a:schemeClr>
                </a:solidFill>
              </a:rPr>
              <a:t>Excel / CSV datasets</a:t>
            </a:r>
            <a:endParaRPr lang="en-IN" sz="4000" b="1" dirty="0">
              <a:solidFill>
                <a:schemeClr val="accent2">
                  <a:lumMod val="75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2963545" cy="2963545"/>
            <a:chOff x="0" y="0"/>
            <a:chExt cx="2963545" cy="2963545"/>
          </a:xfrm>
        </p:grpSpPr>
        <p:sp>
          <p:nvSpPr>
            <p:cNvPr id="3" name="object 3"/>
            <p:cNvSpPr/>
            <p:nvPr/>
          </p:nvSpPr>
          <p:spPr>
            <a:xfrm>
              <a:off x="0" y="0"/>
              <a:ext cx="2963545" cy="2963545"/>
            </a:xfrm>
            <a:custGeom>
              <a:avLst/>
              <a:gdLst/>
              <a:ahLst/>
              <a:cxnLst/>
              <a:rect l="l" t="t" r="r" b="b"/>
              <a:pathLst>
                <a:path w="2963544" h="2963545">
                  <a:moveTo>
                    <a:pt x="2963008" y="0"/>
                  </a:moveTo>
                  <a:lnTo>
                    <a:pt x="0" y="0"/>
                  </a:lnTo>
                  <a:lnTo>
                    <a:pt x="0" y="2963008"/>
                  </a:lnTo>
                  <a:lnTo>
                    <a:pt x="2963008" y="0"/>
                  </a:lnTo>
                  <a:close/>
                </a:path>
              </a:pathLst>
            </a:custGeom>
            <a:solidFill>
              <a:srgbClr val="FFC62F"/>
            </a:solidFill>
          </p:spPr>
          <p:txBody>
            <a:bodyPr wrap="square" lIns="0" tIns="0" rIns="0" bIns="0" rtlCol="0"/>
            <a:lstStyle/>
            <a:p/>
          </p:txBody>
        </p:sp>
        <p:sp>
          <p:nvSpPr>
            <p:cNvPr id="4" name="object 4"/>
            <p:cNvSpPr/>
            <p:nvPr/>
          </p:nvSpPr>
          <p:spPr>
            <a:xfrm>
              <a:off x="0" y="0"/>
              <a:ext cx="1682750" cy="1682750"/>
            </a:xfrm>
            <a:custGeom>
              <a:avLst/>
              <a:gdLst/>
              <a:ahLst/>
              <a:cxnLst/>
              <a:rect l="l" t="t" r="r" b="b"/>
              <a:pathLst>
                <a:path w="1682750" h="1682750">
                  <a:moveTo>
                    <a:pt x="1682658" y="0"/>
                  </a:moveTo>
                  <a:lnTo>
                    <a:pt x="0" y="0"/>
                  </a:lnTo>
                  <a:lnTo>
                    <a:pt x="0" y="1682657"/>
                  </a:lnTo>
                  <a:lnTo>
                    <a:pt x="1682658" y="0"/>
                  </a:lnTo>
                  <a:close/>
                </a:path>
              </a:pathLst>
            </a:custGeom>
            <a:solidFill>
              <a:srgbClr val="002972"/>
            </a:solidFill>
          </p:spPr>
          <p:txBody>
            <a:bodyPr wrap="square" lIns="0" tIns="0" rIns="0" bIns="0" rtlCol="0"/>
            <a:lstStyle/>
            <a:p/>
          </p:txBody>
        </p:sp>
      </p:grpSp>
      <p:grpSp>
        <p:nvGrpSpPr>
          <p:cNvPr id="5" name="object 5"/>
          <p:cNvGrpSpPr/>
          <p:nvPr/>
        </p:nvGrpSpPr>
        <p:grpSpPr>
          <a:xfrm>
            <a:off x="15302881" y="7301879"/>
            <a:ext cx="2985135" cy="2985135"/>
            <a:chOff x="15302881" y="7301879"/>
            <a:chExt cx="2985135" cy="2985135"/>
          </a:xfrm>
        </p:grpSpPr>
        <p:sp>
          <p:nvSpPr>
            <p:cNvPr id="6" name="object 6"/>
            <p:cNvSpPr/>
            <p:nvPr/>
          </p:nvSpPr>
          <p:spPr>
            <a:xfrm>
              <a:off x="15302881" y="7301879"/>
              <a:ext cx="2985135" cy="2985135"/>
            </a:xfrm>
            <a:custGeom>
              <a:avLst/>
              <a:gdLst/>
              <a:ahLst/>
              <a:cxnLst/>
              <a:rect l="l" t="t" r="r" b="b"/>
              <a:pathLst>
                <a:path w="2985134" h="2985134">
                  <a:moveTo>
                    <a:pt x="0" y="2985120"/>
                  </a:moveTo>
                  <a:lnTo>
                    <a:pt x="2985120" y="2985120"/>
                  </a:lnTo>
                  <a:lnTo>
                    <a:pt x="2985120" y="0"/>
                  </a:lnTo>
                  <a:lnTo>
                    <a:pt x="0" y="2985120"/>
                  </a:lnTo>
                  <a:close/>
                </a:path>
              </a:pathLst>
            </a:custGeom>
            <a:solidFill>
              <a:srgbClr val="FFC62F"/>
            </a:solidFill>
          </p:spPr>
          <p:txBody>
            <a:bodyPr wrap="square" lIns="0" tIns="0" rIns="0" bIns="0" rtlCol="0"/>
            <a:lstStyle/>
            <a:p/>
          </p:txBody>
        </p:sp>
        <p:sp>
          <p:nvSpPr>
            <p:cNvPr id="7" name="object 7"/>
            <p:cNvSpPr/>
            <p:nvPr/>
          </p:nvSpPr>
          <p:spPr>
            <a:xfrm>
              <a:off x="16583232" y="8582229"/>
              <a:ext cx="1704975" cy="1704975"/>
            </a:xfrm>
            <a:custGeom>
              <a:avLst/>
              <a:gdLst/>
              <a:ahLst/>
              <a:cxnLst/>
              <a:rect l="l" t="t" r="r" b="b"/>
              <a:pathLst>
                <a:path w="1704975" h="1704975">
                  <a:moveTo>
                    <a:pt x="0" y="1704769"/>
                  </a:moveTo>
                  <a:lnTo>
                    <a:pt x="1704769" y="1704769"/>
                  </a:lnTo>
                  <a:lnTo>
                    <a:pt x="1704769" y="0"/>
                  </a:lnTo>
                  <a:lnTo>
                    <a:pt x="0" y="1704769"/>
                  </a:lnTo>
                  <a:close/>
                </a:path>
              </a:pathLst>
            </a:custGeom>
            <a:solidFill>
              <a:srgbClr val="002972"/>
            </a:solidFill>
          </p:spPr>
          <p:txBody>
            <a:bodyPr wrap="square" lIns="0" tIns="0" rIns="0" bIns="0" rtlCol="0"/>
            <a:lstStyle/>
            <a:p/>
          </p:txBody>
        </p:sp>
      </p:grpSp>
      <p:pic>
        <p:nvPicPr>
          <p:cNvPr id="8" name="object 8"/>
          <p:cNvPicPr/>
          <p:nvPr/>
        </p:nvPicPr>
        <p:blipFill>
          <a:blip r:embed="rId1" cstate="print"/>
          <a:stretch>
            <a:fillRect/>
          </a:stretch>
        </p:blipFill>
        <p:spPr>
          <a:xfrm>
            <a:off x="610204" y="9567953"/>
            <a:ext cx="109780" cy="109780"/>
          </a:xfrm>
          <a:prstGeom prst="rect">
            <a:avLst/>
          </a:prstGeom>
        </p:spPr>
      </p:pic>
      <p:pic>
        <p:nvPicPr>
          <p:cNvPr id="9" name="object 9"/>
          <p:cNvPicPr/>
          <p:nvPr/>
        </p:nvPicPr>
        <p:blipFill>
          <a:blip r:embed="rId2" cstate="print"/>
          <a:stretch>
            <a:fillRect/>
          </a:stretch>
        </p:blipFill>
        <p:spPr>
          <a:xfrm>
            <a:off x="610204" y="9148825"/>
            <a:ext cx="109780" cy="109780"/>
          </a:xfrm>
          <a:prstGeom prst="rect">
            <a:avLst/>
          </a:prstGeom>
        </p:spPr>
      </p:pic>
      <p:pic>
        <p:nvPicPr>
          <p:cNvPr id="10" name="object 10"/>
          <p:cNvPicPr/>
          <p:nvPr/>
        </p:nvPicPr>
        <p:blipFill>
          <a:blip r:embed="rId3" cstate="print"/>
          <a:stretch>
            <a:fillRect/>
          </a:stretch>
        </p:blipFill>
        <p:spPr>
          <a:xfrm>
            <a:off x="610205" y="8729673"/>
            <a:ext cx="109779" cy="109780"/>
          </a:xfrm>
          <a:prstGeom prst="rect">
            <a:avLst/>
          </a:prstGeom>
        </p:spPr>
      </p:pic>
      <p:pic>
        <p:nvPicPr>
          <p:cNvPr id="11" name="object 11"/>
          <p:cNvPicPr/>
          <p:nvPr/>
        </p:nvPicPr>
        <p:blipFill>
          <a:blip r:embed="rId3" cstate="print"/>
          <a:stretch>
            <a:fillRect/>
          </a:stretch>
        </p:blipFill>
        <p:spPr>
          <a:xfrm>
            <a:off x="610205" y="8310558"/>
            <a:ext cx="109779" cy="109780"/>
          </a:xfrm>
          <a:prstGeom prst="rect">
            <a:avLst/>
          </a:prstGeom>
        </p:spPr>
      </p:pic>
      <p:pic>
        <p:nvPicPr>
          <p:cNvPr id="12" name="object 12"/>
          <p:cNvPicPr/>
          <p:nvPr/>
        </p:nvPicPr>
        <p:blipFill>
          <a:blip r:embed="rId3" cstate="print"/>
          <a:stretch>
            <a:fillRect/>
          </a:stretch>
        </p:blipFill>
        <p:spPr>
          <a:xfrm>
            <a:off x="610205" y="7891430"/>
            <a:ext cx="109779" cy="109780"/>
          </a:xfrm>
          <a:prstGeom prst="rect">
            <a:avLst/>
          </a:prstGeom>
        </p:spPr>
      </p:pic>
      <p:pic>
        <p:nvPicPr>
          <p:cNvPr id="13" name="object 13"/>
          <p:cNvPicPr/>
          <p:nvPr/>
        </p:nvPicPr>
        <p:blipFill>
          <a:blip r:embed="rId4" cstate="print"/>
          <a:stretch>
            <a:fillRect/>
          </a:stretch>
        </p:blipFill>
        <p:spPr>
          <a:xfrm>
            <a:off x="610203" y="7472302"/>
            <a:ext cx="109780" cy="109780"/>
          </a:xfrm>
          <a:prstGeom prst="rect">
            <a:avLst/>
          </a:prstGeom>
        </p:spPr>
      </p:pic>
      <p:pic>
        <p:nvPicPr>
          <p:cNvPr id="14" name="object 14"/>
          <p:cNvPicPr/>
          <p:nvPr/>
        </p:nvPicPr>
        <p:blipFill>
          <a:blip r:embed="rId5" cstate="print"/>
          <a:stretch>
            <a:fillRect/>
          </a:stretch>
        </p:blipFill>
        <p:spPr>
          <a:xfrm>
            <a:off x="971592" y="9567953"/>
            <a:ext cx="109780" cy="109780"/>
          </a:xfrm>
          <a:prstGeom prst="rect">
            <a:avLst/>
          </a:prstGeom>
        </p:spPr>
      </p:pic>
      <p:pic>
        <p:nvPicPr>
          <p:cNvPr id="15" name="object 15"/>
          <p:cNvPicPr/>
          <p:nvPr/>
        </p:nvPicPr>
        <p:blipFill>
          <a:blip r:embed="rId6" cstate="print"/>
          <a:stretch>
            <a:fillRect/>
          </a:stretch>
        </p:blipFill>
        <p:spPr>
          <a:xfrm>
            <a:off x="971641" y="9148822"/>
            <a:ext cx="109782" cy="109783"/>
          </a:xfrm>
          <a:prstGeom prst="rect">
            <a:avLst/>
          </a:prstGeom>
        </p:spPr>
      </p:pic>
      <p:pic>
        <p:nvPicPr>
          <p:cNvPr id="16" name="object 16"/>
          <p:cNvPicPr/>
          <p:nvPr/>
        </p:nvPicPr>
        <p:blipFill>
          <a:blip r:embed="rId7" cstate="print"/>
          <a:stretch>
            <a:fillRect/>
          </a:stretch>
        </p:blipFill>
        <p:spPr>
          <a:xfrm>
            <a:off x="971592" y="8729673"/>
            <a:ext cx="109780" cy="109780"/>
          </a:xfrm>
          <a:prstGeom prst="rect">
            <a:avLst/>
          </a:prstGeom>
        </p:spPr>
      </p:pic>
      <p:pic>
        <p:nvPicPr>
          <p:cNvPr id="17" name="object 17"/>
          <p:cNvPicPr/>
          <p:nvPr/>
        </p:nvPicPr>
        <p:blipFill>
          <a:blip r:embed="rId7" cstate="print"/>
          <a:stretch>
            <a:fillRect/>
          </a:stretch>
        </p:blipFill>
        <p:spPr>
          <a:xfrm>
            <a:off x="971592" y="8310558"/>
            <a:ext cx="109780" cy="109780"/>
          </a:xfrm>
          <a:prstGeom prst="rect">
            <a:avLst/>
          </a:prstGeom>
        </p:spPr>
      </p:pic>
      <p:pic>
        <p:nvPicPr>
          <p:cNvPr id="18" name="object 18"/>
          <p:cNvPicPr/>
          <p:nvPr/>
        </p:nvPicPr>
        <p:blipFill>
          <a:blip r:embed="rId8" cstate="print"/>
          <a:stretch>
            <a:fillRect/>
          </a:stretch>
        </p:blipFill>
        <p:spPr>
          <a:xfrm>
            <a:off x="971641" y="7891427"/>
            <a:ext cx="109782" cy="109784"/>
          </a:xfrm>
          <a:prstGeom prst="rect">
            <a:avLst/>
          </a:prstGeom>
        </p:spPr>
      </p:pic>
      <p:pic>
        <p:nvPicPr>
          <p:cNvPr id="19" name="object 19"/>
          <p:cNvPicPr/>
          <p:nvPr/>
        </p:nvPicPr>
        <p:blipFill>
          <a:blip r:embed="rId9" cstate="print"/>
          <a:stretch>
            <a:fillRect/>
          </a:stretch>
        </p:blipFill>
        <p:spPr>
          <a:xfrm>
            <a:off x="971640" y="7472299"/>
            <a:ext cx="109782" cy="109783"/>
          </a:xfrm>
          <a:prstGeom prst="rect">
            <a:avLst/>
          </a:prstGeom>
        </p:spPr>
      </p:pic>
      <p:pic>
        <p:nvPicPr>
          <p:cNvPr id="20" name="object 20"/>
          <p:cNvPicPr/>
          <p:nvPr/>
        </p:nvPicPr>
        <p:blipFill>
          <a:blip r:embed="rId10" cstate="print"/>
          <a:stretch>
            <a:fillRect/>
          </a:stretch>
        </p:blipFill>
        <p:spPr>
          <a:xfrm>
            <a:off x="1332967" y="9567953"/>
            <a:ext cx="109780" cy="109779"/>
          </a:xfrm>
          <a:prstGeom prst="rect">
            <a:avLst/>
          </a:prstGeom>
        </p:spPr>
      </p:pic>
      <p:pic>
        <p:nvPicPr>
          <p:cNvPr id="21" name="object 21"/>
          <p:cNvPicPr/>
          <p:nvPr/>
        </p:nvPicPr>
        <p:blipFill>
          <a:blip r:embed="rId11" cstate="print"/>
          <a:stretch>
            <a:fillRect/>
          </a:stretch>
        </p:blipFill>
        <p:spPr>
          <a:xfrm>
            <a:off x="1332967" y="9148825"/>
            <a:ext cx="109780" cy="109780"/>
          </a:xfrm>
          <a:prstGeom prst="rect">
            <a:avLst/>
          </a:prstGeom>
        </p:spPr>
      </p:pic>
      <p:pic>
        <p:nvPicPr>
          <p:cNvPr id="22" name="object 22"/>
          <p:cNvPicPr/>
          <p:nvPr/>
        </p:nvPicPr>
        <p:blipFill>
          <a:blip r:embed="rId12" cstate="print"/>
          <a:stretch>
            <a:fillRect/>
          </a:stretch>
        </p:blipFill>
        <p:spPr>
          <a:xfrm>
            <a:off x="1332968" y="8729674"/>
            <a:ext cx="109779" cy="109778"/>
          </a:xfrm>
          <a:prstGeom prst="rect">
            <a:avLst/>
          </a:prstGeom>
        </p:spPr>
      </p:pic>
      <p:pic>
        <p:nvPicPr>
          <p:cNvPr id="23" name="object 23"/>
          <p:cNvPicPr/>
          <p:nvPr/>
        </p:nvPicPr>
        <p:blipFill>
          <a:blip r:embed="rId12" cstate="print"/>
          <a:stretch>
            <a:fillRect/>
          </a:stretch>
        </p:blipFill>
        <p:spPr>
          <a:xfrm>
            <a:off x="1332968" y="8310558"/>
            <a:ext cx="109779" cy="109779"/>
          </a:xfrm>
          <a:prstGeom prst="rect">
            <a:avLst/>
          </a:prstGeom>
        </p:spPr>
      </p:pic>
      <p:pic>
        <p:nvPicPr>
          <p:cNvPr id="24" name="object 24"/>
          <p:cNvPicPr/>
          <p:nvPr/>
        </p:nvPicPr>
        <p:blipFill>
          <a:blip r:embed="rId12" cstate="print"/>
          <a:stretch>
            <a:fillRect/>
          </a:stretch>
        </p:blipFill>
        <p:spPr>
          <a:xfrm>
            <a:off x="1332968" y="7891431"/>
            <a:ext cx="109779" cy="109779"/>
          </a:xfrm>
          <a:prstGeom prst="rect">
            <a:avLst/>
          </a:prstGeom>
        </p:spPr>
      </p:pic>
      <p:pic>
        <p:nvPicPr>
          <p:cNvPr id="25" name="object 25"/>
          <p:cNvPicPr/>
          <p:nvPr/>
        </p:nvPicPr>
        <p:blipFill>
          <a:blip r:embed="rId13" cstate="print"/>
          <a:stretch>
            <a:fillRect/>
          </a:stretch>
        </p:blipFill>
        <p:spPr>
          <a:xfrm>
            <a:off x="1332967" y="7472303"/>
            <a:ext cx="109781" cy="109780"/>
          </a:xfrm>
          <a:prstGeom prst="rect">
            <a:avLst/>
          </a:prstGeom>
        </p:spPr>
      </p:pic>
      <p:pic>
        <p:nvPicPr>
          <p:cNvPr id="26" name="object 26"/>
          <p:cNvPicPr/>
          <p:nvPr/>
        </p:nvPicPr>
        <p:blipFill>
          <a:blip r:embed="rId14" cstate="print"/>
          <a:stretch>
            <a:fillRect/>
          </a:stretch>
        </p:blipFill>
        <p:spPr>
          <a:xfrm>
            <a:off x="16840804" y="2700428"/>
            <a:ext cx="109780" cy="109780"/>
          </a:xfrm>
          <a:prstGeom prst="rect">
            <a:avLst/>
          </a:prstGeom>
        </p:spPr>
      </p:pic>
      <p:pic>
        <p:nvPicPr>
          <p:cNvPr id="27" name="object 27"/>
          <p:cNvPicPr/>
          <p:nvPr/>
        </p:nvPicPr>
        <p:blipFill>
          <a:blip r:embed="rId2" cstate="print"/>
          <a:stretch>
            <a:fillRect/>
          </a:stretch>
        </p:blipFill>
        <p:spPr>
          <a:xfrm>
            <a:off x="16840804" y="2281301"/>
            <a:ext cx="109780" cy="109780"/>
          </a:xfrm>
          <a:prstGeom prst="rect">
            <a:avLst/>
          </a:prstGeom>
        </p:spPr>
      </p:pic>
      <p:pic>
        <p:nvPicPr>
          <p:cNvPr id="28" name="object 28"/>
          <p:cNvPicPr/>
          <p:nvPr/>
        </p:nvPicPr>
        <p:blipFill>
          <a:blip r:embed="rId3" cstate="print"/>
          <a:stretch>
            <a:fillRect/>
          </a:stretch>
        </p:blipFill>
        <p:spPr>
          <a:xfrm>
            <a:off x="16840804" y="1862148"/>
            <a:ext cx="109779" cy="109780"/>
          </a:xfrm>
          <a:prstGeom prst="rect">
            <a:avLst/>
          </a:prstGeom>
        </p:spPr>
      </p:pic>
      <p:pic>
        <p:nvPicPr>
          <p:cNvPr id="29" name="object 29"/>
          <p:cNvPicPr/>
          <p:nvPr/>
        </p:nvPicPr>
        <p:blipFill>
          <a:blip r:embed="rId3" cstate="print"/>
          <a:stretch>
            <a:fillRect/>
          </a:stretch>
        </p:blipFill>
        <p:spPr>
          <a:xfrm>
            <a:off x="16840804" y="1443033"/>
            <a:ext cx="109779" cy="109780"/>
          </a:xfrm>
          <a:prstGeom prst="rect">
            <a:avLst/>
          </a:prstGeom>
        </p:spPr>
      </p:pic>
      <p:pic>
        <p:nvPicPr>
          <p:cNvPr id="30" name="object 30"/>
          <p:cNvPicPr/>
          <p:nvPr/>
        </p:nvPicPr>
        <p:blipFill>
          <a:blip r:embed="rId15" cstate="print"/>
          <a:stretch>
            <a:fillRect/>
          </a:stretch>
        </p:blipFill>
        <p:spPr>
          <a:xfrm>
            <a:off x="16840804" y="1023906"/>
            <a:ext cx="109779" cy="109780"/>
          </a:xfrm>
          <a:prstGeom prst="rect">
            <a:avLst/>
          </a:prstGeom>
        </p:spPr>
      </p:pic>
      <p:pic>
        <p:nvPicPr>
          <p:cNvPr id="31" name="object 31"/>
          <p:cNvPicPr/>
          <p:nvPr/>
        </p:nvPicPr>
        <p:blipFill>
          <a:blip r:embed="rId16" cstate="print"/>
          <a:stretch>
            <a:fillRect/>
          </a:stretch>
        </p:blipFill>
        <p:spPr>
          <a:xfrm>
            <a:off x="16840803" y="604778"/>
            <a:ext cx="109780" cy="109780"/>
          </a:xfrm>
          <a:prstGeom prst="rect">
            <a:avLst/>
          </a:prstGeom>
        </p:spPr>
      </p:pic>
      <p:pic>
        <p:nvPicPr>
          <p:cNvPr id="32" name="object 32"/>
          <p:cNvPicPr/>
          <p:nvPr/>
        </p:nvPicPr>
        <p:blipFill>
          <a:blip r:embed="rId2" cstate="print"/>
          <a:stretch>
            <a:fillRect/>
          </a:stretch>
        </p:blipFill>
        <p:spPr>
          <a:xfrm>
            <a:off x="17202191" y="2700428"/>
            <a:ext cx="109780" cy="109780"/>
          </a:xfrm>
          <a:prstGeom prst="rect">
            <a:avLst/>
          </a:prstGeom>
        </p:spPr>
      </p:pic>
      <p:pic>
        <p:nvPicPr>
          <p:cNvPr id="33" name="object 33"/>
          <p:cNvPicPr/>
          <p:nvPr/>
        </p:nvPicPr>
        <p:blipFill>
          <a:blip r:embed="rId17" cstate="print"/>
          <a:stretch>
            <a:fillRect/>
          </a:stretch>
        </p:blipFill>
        <p:spPr>
          <a:xfrm>
            <a:off x="17202239" y="2281297"/>
            <a:ext cx="109782" cy="109783"/>
          </a:xfrm>
          <a:prstGeom prst="rect">
            <a:avLst/>
          </a:prstGeom>
        </p:spPr>
      </p:pic>
      <p:pic>
        <p:nvPicPr>
          <p:cNvPr id="34" name="object 34"/>
          <p:cNvPicPr/>
          <p:nvPr/>
        </p:nvPicPr>
        <p:blipFill>
          <a:blip r:embed="rId7" cstate="print"/>
          <a:stretch>
            <a:fillRect/>
          </a:stretch>
        </p:blipFill>
        <p:spPr>
          <a:xfrm>
            <a:off x="17202191" y="1862148"/>
            <a:ext cx="109780" cy="109780"/>
          </a:xfrm>
          <a:prstGeom prst="rect">
            <a:avLst/>
          </a:prstGeom>
        </p:spPr>
      </p:pic>
      <p:pic>
        <p:nvPicPr>
          <p:cNvPr id="35" name="object 35"/>
          <p:cNvPicPr/>
          <p:nvPr/>
        </p:nvPicPr>
        <p:blipFill>
          <a:blip r:embed="rId7" cstate="print"/>
          <a:stretch>
            <a:fillRect/>
          </a:stretch>
        </p:blipFill>
        <p:spPr>
          <a:xfrm>
            <a:off x="17202191" y="1443033"/>
            <a:ext cx="109780" cy="109780"/>
          </a:xfrm>
          <a:prstGeom prst="rect">
            <a:avLst/>
          </a:prstGeom>
        </p:spPr>
      </p:pic>
      <p:pic>
        <p:nvPicPr>
          <p:cNvPr id="36" name="object 36"/>
          <p:cNvPicPr/>
          <p:nvPr/>
        </p:nvPicPr>
        <p:blipFill>
          <a:blip r:embed="rId18" cstate="print"/>
          <a:stretch>
            <a:fillRect/>
          </a:stretch>
        </p:blipFill>
        <p:spPr>
          <a:xfrm>
            <a:off x="17202239" y="1023902"/>
            <a:ext cx="109782" cy="109784"/>
          </a:xfrm>
          <a:prstGeom prst="rect">
            <a:avLst/>
          </a:prstGeom>
        </p:spPr>
      </p:pic>
      <p:pic>
        <p:nvPicPr>
          <p:cNvPr id="37" name="object 37"/>
          <p:cNvPicPr/>
          <p:nvPr/>
        </p:nvPicPr>
        <p:blipFill>
          <a:blip r:embed="rId9" cstate="print"/>
          <a:stretch>
            <a:fillRect/>
          </a:stretch>
        </p:blipFill>
        <p:spPr>
          <a:xfrm>
            <a:off x="17202239" y="604775"/>
            <a:ext cx="109782" cy="109783"/>
          </a:xfrm>
          <a:prstGeom prst="rect">
            <a:avLst/>
          </a:prstGeom>
        </p:spPr>
      </p:pic>
      <p:pic>
        <p:nvPicPr>
          <p:cNvPr id="38" name="object 38"/>
          <p:cNvPicPr/>
          <p:nvPr/>
        </p:nvPicPr>
        <p:blipFill>
          <a:blip r:embed="rId19" cstate="print"/>
          <a:stretch>
            <a:fillRect/>
          </a:stretch>
        </p:blipFill>
        <p:spPr>
          <a:xfrm>
            <a:off x="17563566" y="2700429"/>
            <a:ext cx="109780" cy="109779"/>
          </a:xfrm>
          <a:prstGeom prst="rect">
            <a:avLst/>
          </a:prstGeom>
        </p:spPr>
      </p:pic>
      <p:pic>
        <p:nvPicPr>
          <p:cNvPr id="39" name="object 39"/>
          <p:cNvPicPr/>
          <p:nvPr/>
        </p:nvPicPr>
        <p:blipFill>
          <a:blip r:embed="rId20" cstate="print"/>
          <a:stretch>
            <a:fillRect/>
          </a:stretch>
        </p:blipFill>
        <p:spPr>
          <a:xfrm>
            <a:off x="17563566" y="2281301"/>
            <a:ext cx="109780" cy="109780"/>
          </a:xfrm>
          <a:prstGeom prst="rect">
            <a:avLst/>
          </a:prstGeom>
        </p:spPr>
      </p:pic>
      <p:pic>
        <p:nvPicPr>
          <p:cNvPr id="40" name="object 40"/>
          <p:cNvPicPr/>
          <p:nvPr/>
        </p:nvPicPr>
        <p:blipFill>
          <a:blip r:embed="rId12" cstate="print"/>
          <a:stretch>
            <a:fillRect/>
          </a:stretch>
        </p:blipFill>
        <p:spPr>
          <a:xfrm>
            <a:off x="17563568" y="1862149"/>
            <a:ext cx="109779" cy="109778"/>
          </a:xfrm>
          <a:prstGeom prst="rect">
            <a:avLst/>
          </a:prstGeom>
        </p:spPr>
      </p:pic>
      <p:pic>
        <p:nvPicPr>
          <p:cNvPr id="41" name="object 41"/>
          <p:cNvPicPr/>
          <p:nvPr/>
        </p:nvPicPr>
        <p:blipFill>
          <a:blip r:embed="rId12" cstate="print"/>
          <a:stretch>
            <a:fillRect/>
          </a:stretch>
        </p:blipFill>
        <p:spPr>
          <a:xfrm>
            <a:off x="17563568" y="1443034"/>
            <a:ext cx="109779" cy="109779"/>
          </a:xfrm>
          <a:prstGeom prst="rect">
            <a:avLst/>
          </a:prstGeom>
        </p:spPr>
      </p:pic>
      <p:pic>
        <p:nvPicPr>
          <p:cNvPr id="42" name="object 42"/>
          <p:cNvPicPr/>
          <p:nvPr/>
        </p:nvPicPr>
        <p:blipFill>
          <a:blip r:embed="rId12" cstate="print"/>
          <a:stretch>
            <a:fillRect/>
          </a:stretch>
        </p:blipFill>
        <p:spPr>
          <a:xfrm>
            <a:off x="17563568" y="1023906"/>
            <a:ext cx="109779" cy="109779"/>
          </a:xfrm>
          <a:prstGeom prst="rect">
            <a:avLst/>
          </a:prstGeom>
        </p:spPr>
      </p:pic>
      <p:pic>
        <p:nvPicPr>
          <p:cNvPr id="43" name="object 43"/>
          <p:cNvPicPr/>
          <p:nvPr/>
        </p:nvPicPr>
        <p:blipFill>
          <a:blip r:embed="rId21" cstate="print"/>
          <a:stretch>
            <a:fillRect/>
          </a:stretch>
        </p:blipFill>
        <p:spPr>
          <a:xfrm>
            <a:off x="17563566" y="604779"/>
            <a:ext cx="109781" cy="109780"/>
          </a:xfrm>
          <a:prstGeom prst="rect">
            <a:avLst/>
          </a:prstGeom>
        </p:spPr>
      </p:pic>
      <p:sp>
        <p:nvSpPr>
          <p:cNvPr id="44" name="object 44"/>
          <p:cNvSpPr txBox="1">
            <a:spLocks noGrp="1"/>
          </p:cNvSpPr>
          <p:nvPr>
            <p:ph type="title"/>
          </p:nvPr>
        </p:nvSpPr>
        <p:spPr>
          <a:xfrm>
            <a:off x="3123940" y="648001"/>
            <a:ext cx="11638280" cy="1792605"/>
          </a:xfrm>
          <a:prstGeom prst="rect">
            <a:avLst/>
          </a:prstGeom>
        </p:spPr>
        <p:txBody>
          <a:bodyPr vert="horz" wrap="square" lIns="0" tIns="500380" rIns="0" bIns="0" rtlCol="0">
            <a:spAutoFit/>
          </a:bodyPr>
          <a:lstStyle/>
          <a:p>
            <a:pPr marL="540385" algn="ctr">
              <a:lnSpc>
                <a:spcPct val="100000"/>
              </a:lnSpc>
              <a:spcBef>
                <a:spcPts val="3940"/>
              </a:spcBef>
            </a:pPr>
            <a:r>
              <a:rPr sz="3600" spc="-10" dirty="0"/>
              <a:t>RESULTS</a:t>
            </a:r>
            <a:endParaRPr sz="3600" spc="-10" dirty="0"/>
          </a:p>
          <a:p>
            <a:pPr marL="540385" algn="ctr">
              <a:lnSpc>
                <a:spcPct val="100000"/>
              </a:lnSpc>
              <a:spcBef>
                <a:spcPts val="1440"/>
              </a:spcBef>
            </a:pPr>
            <a:endParaRPr sz="3600" spc="-10" dirty="0"/>
          </a:p>
        </p:txBody>
      </p:sp>
      <p:pic>
        <p:nvPicPr>
          <p:cNvPr id="45" name="object 45"/>
          <p:cNvPicPr/>
          <p:nvPr/>
        </p:nvPicPr>
        <p:blipFill>
          <a:blip r:embed="rId22" cstate="print"/>
          <a:stretch>
            <a:fillRect/>
          </a:stretch>
        </p:blipFill>
        <p:spPr>
          <a:xfrm>
            <a:off x="1705245" y="376035"/>
            <a:ext cx="2162174" cy="2162174"/>
          </a:xfrm>
          <a:prstGeom prst="rect">
            <a:avLst/>
          </a:prstGeom>
        </p:spPr>
      </p:pic>
      <p:pic>
        <p:nvPicPr>
          <p:cNvPr id="46" name="object 46"/>
          <p:cNvPicPr/>
          <p:nvPr/>
        </p:nvPicPr>
        <p:blipFill>
          <a:blip r:embed="rId23" cstate="print"/>
          <a:stretch>
            <a:fillRect/>
          </a:stretch>
        </p:blipFill>
        <p:spPr>
          <a:xfrm>
            <a:off x="13974985" y="24874"/>
            <a:ext cx="2867024" cy="2867024"/>
          </a:xfrm>
          <a:prstGeom prst="rect">
            <a:avLst/>
          </a:prstGeom>
        </p:spPr>
      </p:pic>
      <p:pic>
        <p:nvPicPr>
          <p:cNvPr id="47" name="Picture 46"/>
          <p:cNvPicPr>
            <a:picLocks noChangeAspect="1"/>
          </p:cNvPicPr>
          <p:nvPr/>
        </p:nvPicPr>
        <p:blipFill>
          <a:blip r:embed="rId24"/>
          <a:stretch>
            <a:fillRect/>
          </a:stretch>
        </p:blipFill>
        <p:spPr>
          <a:xfrm>
            <a:off x="3362325" y="2538730"/>
            <a:ext cx="11595100" cy="70478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3029585" cy="3029585"/>
            <a:chOff x="0" y="0"/>
            <a:chExt cx="3029585" cy="3029585"/>
          </a:xfrm>
        </p:grpSpPr>
        <p:sp>
          <p:nvSpPr>
            <p:cNvPr id="3" name="object 3"/>
            <p:cNvSpPr/>
            <p:nvPr/>
          </p:nvSpPr>
          <p:spPr>
            <a:xfrm>
              <a:off x="0" y="0"/>
              <a:ext cx="3029585" cy="3029585"/>
            </a:xfrm>
            <a:custGeom>
              <a:avLst/>
              <a:gdLst/>
              <a:ahLst/>
              <a:cxnLst/>
              <a:rect l="l" t="t" r="r" b="b"/>
              <a:pathLst>
                <a:path w="3029585" h="3029585">
                  <a:moveTo>
                    <a:pt x="3029342" y="0"/>
                  </a:moveTo>
                  <a:lnTo>
                    <a:pt x="0" y="0"/>
                  </a:lnTo>
                  <a:lnTo>
                    <a:pt x="0" y="3029342"/>
                  </a:lnTo>
                  <a:lnTo>
                    <a:pt x="3029342" y="0"/>
                  </a:lnTo>
                  <a:close/>
                </a:path>
              </a:pathLst>
            </a:custGeom>
            <a:solidFill>
              <a:srgbClr val="FFC62F"/>
            </a:solidFill>
          </p:spPr>
          <p:txBody>
            <a:bodyPr wrap="square" lIns="0" tIns="0" rIns="0" bIns="0" rtlCol="0"/>
            <a:lstStyle/>
            <a:p/>
          </p:txBody>
        </p:sp>
        <p:sp>
          <p:nvSpPr>
            <p:cNvPr id="4" name="object 4"/>
            <p:cNvSpPr/>
            <p:nvPr/>
          </p:nvSpPr>
          <p:spPr>
            <a:xfrm>
              <a:off x="0" y="0"/>
              <a:ext cx="1749425" cy="1749425"/>
            </a:xfrm>
            <a:custGeom>
              <a:avLst/>
              <a:gdLst/>
              <a:ahLst/>
              <a:cxnLst/>
              <a:rect l="l" t="t" r="r" b="b"/>
              <a:pathLst>
                <a:path w="1749425" h="1749425">
                  <a:moveTo>
                    <a:pt x="1748992" y="0"/>
                  </a:moveTo>
                  <a:lnTo>
                    <a:pt x="0" y="0"/>
                  </a:lnTo>
                  <a:lnTo>
                    <a:pt x="0" y="1748991"/>
                  </a:lnTo>
                  <a:lnTo>
                    <a:pt x="1748992" y="0"/>
                  </a:lnTo>
                  <a:close/>
                </a:path>
              </a:pathLst>
            </a:custGeom>
            <a:solidFill>
              <a:srgbClr val="002972"/>
            </a:solidFill>
          </p:spPr>
          <p:txBody>
            <a:bodyPr wrap="square" lIns="0" tIns="0" rIns="0" bIns="0" rtlCol="0"/>
            <a:lstStyle/>
            <a:p/>
          </p:txBody>
        </p:sp>
      </p:grpSp>
      <p:grpSp>
        <p:nvGrpSpPr>
          <p:cNvPr id="5" name="object 5"/>
          <p:cNvGrpSpPr/>
          <p:nvPr/>
        </p:nvGrpSpPr>
        <p:grpSpPr>
          <a:xfrm>
            <a:off x="15258657" y="7257656"/>
            <a:ext cx="3029585" cy="3029585"/>
            <a:chOff x="15258657" y="7257656"/>
            <a:chExt cx="3029585" cy="3029585"/>
          </a:xfrm>
        </p:grpSpPr>
        <p:sp>
          <p:nvSpPr>
            <p:cNvPr id="6" name="object 6"/>
            <p:cNvSpPr/>
            <p:nvPr/>
          </p:nvSpPr>
          <p:spPr>
            <a:xfrm>
              <a:off x="15258657" y="7257656"/>
              <a:ext cx="3029585" cy="3029585"/>
            </a:xfrm>
            <a:custGeom>
              <a:avLst/>
              <a:gdLst/>
              <a:ahLst/>
              <a:cxnLst/>
              <a:rect l="l" t="t" r="r" b="b"/>
              <a:pathLst>
                <a:path w="3029584" h="3029584">
                  <a:moveTo>
                    <a:pt x="0" y="3029343"/>
                  </a:moveTo>
                  <a:lnTo>
                    <a:pt x="3029343" y="3029343"/>
                  </a:lnTo>
                  <a:lnTo>
                    <a:pt x="3029343" y="0"/>
                  </a:lnTo>
                  <a:lnTo>
                    <a:pt x="0" y="3029343"/>
                  </a:lnTo>
                  <a:close/>
                </a:path>
              </a:pathLst>
            </a:custGeom>
            <a:solidFill>
              <a:srgbClr val="FFC62F"/>
            </a:solidFill>
          </p:spPr>
          <p:txBody>
            <a:bodyPr wrap="square" lIns="0" tIns="0" rIns="0" bIns="0" rtlCol="0"/>
            <a:lstStyle/>
            <a:p/>
          </p:txBody>
        </p:sp>
        <p:sp>
          <p:nvSpPr>
            <p:cNvPr id="7" name="object 7"/>
            <p:cNvSpPr/>
            <p:nvPr/>
          </p:nvSpPr>
          <p:spPr>
            <a:xfrm>
              <a:off x="16539008" y="8538006"/>
              <a:ext cx="1749425" cy="1749425"/>
            </a:xfrm>
            <a:custGeom>
              <a:avLst/>
              <a:gdLst/>
              <a:ahLst/>
              <a:cxnLst/>
              <a:rect l="l" t="t" r="r" b="b"/>
              <a:pathLst>
                <a:path w="1749425" h="1749425">
                  <a:moveTo>
                    <a:pt x="0" y="1748992"/>
                  </a:moveTo>
                  <a:lnTo>
                    <a:pt x="1748992" y="1748992"/>
                  </a:lnTo>
                  <a:lnTo>
                    <a:pt x="1748992" y="0"/>
                  </a:lnTo>
                  <a:lnTo>
                    <a:pt x="0" y="1748992"/>
                  </a:lnTo>
                  <a:close/>
                </a:path>
              </a:pathLst>
            </a:custGeom>
            <a:solidFill>
              <a:srgbClr val="002972"/>
            </a:solidFill>
          </p:spPr>
          <p:txBody>
            <a:bodyPr wrap="square" lIns="0" tIns="0" rIns="0" bIns="0" rtlCol="0"/>
            <a:lstStyle/>
            <a:p/>
          </p:txBody>
        </p:sp>
      </p:grpSp>
      <p:pic>
        <p:nvPicPr>
          <p:cNvPr id="8" name="object 8"/>
          <p:cNvPicPr/>
          <p:nvPr/>
        </p:nvPicPr>
        <p:blipFill>
          <a:blip r:embed="rId1" cstate="print"/>
          <a:stretch>
            <a:fillRect/>
          </a:stretch>
        </p:blipFill>
        <p:spPr>
          <a:xfrm>
            <a:off x="610204" y="9567953"/>
            <a:ext cx="109780" cy="109780"/>
          </a:xfrm>
          <a:prstGeom prst="rect">
            <a:avLst/>
          </a:prstGeom>
        </p:spPr>
      </p:pic>
      <p:pic>
        <p:nvPicPr>
          <p:cNvPr id="9" name="object 9"/>
          <p:cNvPicPr/>
          <p:nvPr/>
        </p:nvPicPr>
        <p:blipFill>
          <a:blip r:embed="rId2" cstate="print"/>
          <a:stretch>
            <a:fillRect/>
          </a:stretch>
        </p:blipFill>
        <p:spPr>
          <a:xfrm>
            <a:off x="610204" y="9148825"/>
            <a:ext cx="109780" cy="109780"/>
          </a:xfrm>
          <a:prstGeom prst="rect">
            <a:avLst/>
          </a:prstGeom>
        </p:spPr>
      </p:pic>
      <p:pic>
        <p:nvPicPr>
          <p:cNvPr id="10" name="object 10"/>
          <p:cNvPicPr/>
          <p:nvPr/>
        </p:nvPicPr>
        <p:blipFill>
          <a:blip r:embed="rId3" cstate="print"/>
          <a:stretch>
            <a:fillRect/>
          </a:stretch>
        </p:blipFill>
        <p:spPr>
          <a:xfrm>
            <a:off x="610205" y="8729673"/>
            <a:ext cx="109779" cy="109780"/>
          </a:xfrm>
          <a:prstGeom prst="rect">
            <a:avLst/>
          </a:prstGeom>
        </p:spPr>
      </p:pic>
      <p:pic>
        <p:nvPicPr>
          <p:cNvPr id="11" name="object 11"/>
          <p:cNvPicPr/>
          <p:nvPr/>
        </p:nvPicPr>
        <p:blipFill>
          <a:blip r:embed="rId3" cstate="print"/>
          <a:stretch>
            <a:fillRect/>
          </a:stretch>
        </p:blipFill>
        <p:spPr>
          <a:xfrm>
            <a:off x="610205" y="8310558"/>
            <a:ext cx="109779" cy="109780"/>
          </a:xfrm>
          <a:prstGeom prst="rect">
            <a:avLst/>
          </a:prstGeom>
        </p:spPr>
      </p:pic>
      <p:pic>
        <p:nvPicPr>
          <p:cNvPr id="12" name="object 12"/>
          <p:cNvPicPr/>
          <p:nvPr/>
        </p:nvPicPr>
        <p:blipFill>
          <a:blip r:embed="rId3" cstate="print"/>
          <a:stretch>
            <a:fillRect/>
          </a:stretch>
        </p:blipFill>
        <p:spPr>
          <a:xfrm>
            <a:off x="610205" y="7891430"/>
            <a:ext cx="109779" cy="109780"/>
          </a:xfrm>
          <a:prstGeom prst="rect">
            <a:avLst/>
          </a:prstGeom>
        </p:spPr>
      </p:pic>
      <p:pic>
        <p:nvPicPr>
          <p:cNvPr id="13" name="object 13"/>
          <p:cNvPicPr/>
          <p:nvPr/>
        </p:nvPicPr>
        <p:blipFill>
          <a:blip r:embed="rId4" cstate="print"/>
          <a:stretch>
            <a:fillRect/>
          </a:stretch>
        </p:blipFill>
        <p:spPr>
          <a:xfrm>
            <a:off x="610203" y="7472302"/>
            <a:ext cx="109780" cy="109780"/>
          </a:xfrm>
          <a:prstGeom prst="rect">
            <a:avLst/>
          </a:prstGeom>
        </p:spPr>
      </p:pic>
      <p:pic>
        <p:nvPicPr>
          <p:cNvPr id="14" name="object 14"/>
          <p:cNvPicPr/>
          <p:nvPr/>
        </p:nvPicPr>
        <p:blipFill>
          <a:blip r:embed="rId5" cstate="print"/>
          <a:stretch>
            <a:fillRect/>
          </a:stretch>
        </p:blipFill>
        <p:spPr>
          <a:xfrm>
            <a:off x="971592" y="9567953"/>
            <a:ext cx="109780" cy="109780"/>
          </a:xfrm>
          <a:prstGeom prst="rect">
            <a:avLst/>
          </a:prstGeom>
        </p:spPr>
      </p:pic>
      <p:pic>
        <p:nvPicPr>
          <p:cNvPr id="15" name="object 15"/>
          <p:cNvPicPr/>
          <p:nvPr/>
        </p:nvPicPr>
        <p:blipFill>
          <a:blip r:embed="rId6" cstate="print"/>
          <a:stretch>
            <a:fillRect/>
          </a:stretch>
        </p:blipFill>
        <p:spPr>
          <a:xfrm>
            <a:off x="971641" y="9148822"/>
            <a:ext cx="109782" cy="109783"/>
          </a:xfrm>
          <a:prstGeom prst="rect">
            <a:avLst/>
          </a:prstGeom>
        </p:spPr>
      </p:pic>
      <p:pic>
        <p:nvPicPr>
          <p:cNvPr id="16" name="object 16"/>
          <p:cNvPicPr/>
          <p:nvPr/>
        </p:nvPicPr>
        <p:blipFill>
          <a:blip r:embed="rId7" cstate="print"/>
          <a:stretch>
            <a:fillRect/>
          </a:stretch>
        </p:blipFill>
        <p:spPr>
          <a:xfrm>
            <a:off x="971592" y="8729673"/>
            <a:ext cx="109780" cy="109780"/>
          </a:xfrm>
          <a:prstGeom prst="rect">
            <a:avLst/>
          </a:prstGeom>
        </p:spPr>
      </p:pic>
      <p:pic>
        <p:nvPicPr>
          <p:cNvPr id="17" name="object 17"/>
          <p:cNvPicPr/>
          <p:nvPr/>
        </p:nvPicPr>
        <p:blipFill>
          <a:blip r:embed="rId7" cstate="print"/>
          <a:stretch>
            <a:fillRect/>
          </a:stretch>
        </p:blipFill>
        <p:spPr>
          <a:xfrm>
            <a:off x="971592" y="8310558"/>
            <a:ext cx="109780" cy="109780"/>
          </a:xfrm>
          <a:prstGeom prst="rect">
            <a:avLst/>
          </a:prstGeom>
        </p:spPr>
      </p:pic>
      <p:pic>
        <p:nvPicPr>
          <p:cNvPr id="18" name="object 18"/>
          <p:cNvPicPr/>
          <p:nvPr/>
        </p:nvPicPr>
        <p:blipFill>
          <a:blip r:embed="rId8" cstate="print"/>
          <a:stretch>
            <a:fillRect/>
          </a:stretch>
        </p:blipFill>
        <p:spPr>
          <a:xfrm>
            <a:off x="971641" y="7891427"/>
            <a:ext cx="109782" cy="109784"/>
          </a:xfrm>
          <a:prstGeom prst="rect">
            <a:avLst/>
          </a:prstGeom>
        </p:spPr>
      </p:pic>
      <p:pic>
        <p:nvPicPr>
          <p:cNvPr id="19" name="object 19"/>
          <p:cNvPicPr/>
          <p:nvPr/>
        </p:nvPicPr>
        <p:blipFill>
          <a:blip r:embed="rId9" cstate="print"/>
          <a:stretch>
            <a:fillRect/>
          </a:stretch>
        </p:blipFill>
        <p:spPr>
          <a:xfrm>
            <a:off x="971640" y="7472299"/>
            <a:ext cx="109782" cy="109783"/>
          </a:xfrm>
          <a:prstGeom prst="rect">
            <a:avLst/>
          </a:prstGeom>
        </p:spPr>
      </p:pic>
      <p:pic>
        <p:nvPicPr>
          <p:cNvPr id="20" name="object 20"/>
          <p:cNvPicPr/>
          <p:nvPr/>
        </p:nvPicPr>
        <p:blipFill>
          <a:blip r:embed="rId10" cstate="print"/>
          <a:stretch>
            <a:fillRect/>
          </a:stretch>
        </p:blipFill>
        <p:spPr>
          <a:xfrm>
            <a:off x="1332967" y="9567953"/>
            <a:ext cx="109780" cy="109779"/>
          </a:xfrm>
          <a:prstGeom prst="rect">
            <a:avLst/>
          </a:prstGeom>
        </p:spPr>
      </p:pic>
      <p:pic>
        <p:nvPicPr>
          <p:cNvPr id="21" name="object 21"/>
          <p:cNvPicPr/>
          <p:nvPr/>
        </p:nvPicPr>
        <p:blipFill>
          <a:blip r:embed="rId11" cstate="print"/>
          <a:stretch>
            <a:fillRect/>
          </a:stretch>
        </p:blipFill>
        <p:spPr>
          <a:xfrm>
            <a:off x="1332967" y="9148825"/>
            <a:ext cx="109780" cy="109780"/>
          </a:xfrm>
          <a:prstGeom prst="rect">
            <a:avLst/>
          </a:prstGeom>
        </p:spPr>
      </p:pic>
      <p:pic>
        <p:nvPicPr>
          <p:cNvPr id="22" name="object 22"/>
          <p:cNvPicPr/>
          <p:nvPr/>
        </p:nvPicPr>
        <p:blipFill>
          <a:blip r:embed="rId12" cstate="print"/>
          <a:stretch>
            <a:fillRect/>
          </a:stretch>
        </p:blipFill>
        <p:spPr>
          <a:xfrm>
            <a:off x="1332968" y="8729674"/>
            <a:ext cx="109779" cy="109778"/>
          </a:xfrm>
          <a:prstGeom prst="rect">
            <a:avLst/>
          </a:prstGeom>
        </p:spPr>
      </p:pic>
      <p:pic>
        <p:nvPicPr>
          <p:cNvPr id="23" name="object 23"/>
          <p:cNvPicPr/>
          <p:nvPr/>
        </p:nvPicPr>
        <p:blipFill>
          <a:blip r:embed="rId12" cstate="print"/>
          <a:stretch>
            <a:fillRect/>
          </a:stretch>
        </p:blipFill>
        <p:spPr>
          <a:xfrm>
            <a:off x="1332968" y="8310558"/>
            <a:ext cx="109779" cy="109779"/>
          </a:xfrm>
          <a:prstGeom prst="rect">
            <a:avLst/>
          </a:prstGeom>
        </p:spPr>
      </p:pic>
      <p:pic>
        <p:nvPicPr>
          <p:cNvPr id="24" name="object 24"/>
          <p:cNvPicPr/>
          <p:nvPr/>
        </p:nvPicPr>
        <p:blipFill>
          <a:blip r:embed="rId12" cstate="print"/>
          <a:stretch>
            <a:fillRect/>
          </a:stretch>
        </p:blipFill>
        <p:spPr>
          <a:xfrm>
            <a:off x="1332968" y="7891431"/>
            <a:ext cx="109779" cy="109779"/>
          </a:xfrm>
          <a:prstGeom prst="rect">
            <a:avLst/>
          </a:prstGeom>
        </p:spPr>
      </p:pic>
      <p:pic>
        <p:nvPicPr>
          <p:cNvPr id="25" name="object 25"/>
          <p:cNvPicPr/>
          <p:nvPr/>
        </p:nvPicPr>
        <p:blipFill>
          <a:blip r:embed="rId13" cstate="print"/>
          <a:stretch>
            <a:fillRect/>
          </a:stretch>
        </p:blipFill>
        <p:spPr>
          <a:xfrm>
            <a:off x="1332967" y="7472303"/>
            <a:ext cx="109781" cy="109780"/>
          </a:xfrm>
          <a:prstGeom prst="rect">
            <a:avLst/>
          </a:prstGeom>
        </p:spPr>
      </p:pic>
      <p:pic>
        <p:nvPicPr>
          <p:cNvPr id="26" name="object 26"/>
          <p:cNvPicPr/>
          <p:nvPr/>
        </p:nvPicPr>
        <p:blipFill>
          <a:blip r:embed="rId14" cstate="print"/>
          <a:stretch>
            <a:fillRect/>
          </a:stretch>
        </p:blipFill>
        <p:spPr>
          <a:xfrm>
            <a:off x="16840804" y="2700428"/>
            <a:ext cx="109780" cy="109780"/>
          </a:xfrm>
          <a:prstGeom prst="rect">
            <a:avLst/>
          </a:prstGeom>
        </p:spPr>
      </p:pic>
      <p:pic>
        <p:nvPicPr>
          <p:cNvPr id="27" name="object 27"/>
          <p:cNvPicPr/>
          <p:nvPr/>
        </p:nvPicPr>
        <p:blipFill>
          <a:blip r:embed="rId2" cstate="print"/>
          <a:stretch>
            <a:fillRect/>
          </a:stretch>
        </p:blipFill>
        <p:spPr>
          <a:xfrm>
            <a:off x="16840804" y="2281301"/>
            <a:ext cx="109780" cy="109780"/>
          </a:xfrm>
          <a:prstGeom prst="rect">
            <a:avLst/>
          </a:prstGeom>
        </p:spPr>
      </p:pic>
      <p:pic>
        <p:nvPicPr>
          <p:cNvPr id="28" name="object 28"/>
          <p:cNvPicPr/>
          <p:nvPr/>
        </p:nvPicPr>
        <p:blipFill>
          <a:blip r:embed="rId3" cstate="print"/>
          <a:stretch>
            <a:fillRect/>
          </a:stretch>
        </p:blipFill>
        <p:spPr>
          <a:xfrm>
            <a:off x="16840804" y="1862148"/>
            <a:ext cx="109779" cy="109780"/>
          </a:xfrm>
          <a:prstGeom prst="rect">
            <a:avLst/>
          </a:prstGeom>
        </p:spPr>
      </p:pic>
      <p:pic>
        <p:nvPicPr>
          <p:cNvPr id="29" name="object 29"/>
          <p:cNvPicPr/>
          <p:nvPr/>
        </p:nvPicPr>
        <p:blipFill>
          <a:blip r:embed="rId3" cstate="print"/>
          <a:stretch>
            <a:fillRect/>
          </a:stretch>
        </p:blipFill>
        <p:spPr>
          <a:xfrm>
            <a:off x="16840804" y="1443033"/>
            <a:ext cx="109779" cy="109780"/>
          </a:xfrm>
          <a:prstGeom prst="rect">
            <a:avLst/>
          </a:prstGeom>
        </p:spPr>
      </p:pic>
      <p:pic>
        <p:nvPicPr>
          <p:cNvPr id="30" name="object 30"/>
          <p:cNvPicPr/>
          <p:nvPr/>
        </p:nvPicPr>
        <p:blipFill>
          <a:blip r:embed="rId15" cstate="print"/>
          <a:stretch>
            <a:fillRect/>
          </a:stretch>
        </p:blipFill>
        <p:spPr>
          <a:xfrm>
            <a:off x="16840804" y="1023906"/>
            <a:ext cx="109779" cy="109780"/>
          </a:xfrm>
          <a:prstGeom prst="rect">
            <a:avLst/>
          </a:prstGeom>
        </p:spPr>
      </p:pic>
      <p:pic>
        <p:nvPicPr>
          <p:cNvPr id="31" name="object 31"/>
          <p:cNvPicPr/>
          <p:nvPr/>
        </p:nvPicPr>
        <p:blipFill>
          <a:blip r:embed="rId16" cstate="print"/>
          <a:stretch>
            <a:fillRect/>
          </a:stretch>
        </p:blipFill>
        <p:spPr>
          <a:xfrm>
            <a:off x="16840803" y="604778"/>
            <a:ext cx="109780" cy="109780"/>
          </a:xfrm>
          <a:prstGeom prst="rect">
            <a:avLst/>
          </a:prstGeom>
        </p:spPr>
      </p:pic>
      <p:pic>
        <p:nvPicPr>
          <p:cNvPr id="32" name="object 32"/>
          <p:cNvPicPr/>
          <p:nvPr/>
        </p:nvPicPr>
        <p:blipFill>
          <a:blip r:embed="rId2" cstate="print"/>
          <a:stretch>
            <a:fillRect/>
          </a:stretch>
        </p:blipFill>
        <p:spPr>
          <a:xfrm>
            <a:off x="17202191" y="2700428"/>
            <a:ext cx="109780" cy="109780"/>
          </a:xfrm>
          <a:prstGeom prst="rect">
            <a:avLst/>
          </a:prstGeom>
        </p:spPr>
      </p:pic>
      <p:pic>
        <p:nvPicPr>
          <p:cNvPr id="33" name="object 33"/>
          <p:cNvPicPr/>
          <p:nvPr/>
        </p:nvPicPr>
        <p:blipFill>
          <a:blip r:embed="rId17" cstate="print"/>
          <a:stretch>
            <a:fillRect/>
          </a:stretch>
        </p:blipFill>
        <p:spPr>
          <a:xfrm>
            <a:off x="17202239" y="2281297"/>
            <a:ext cx="109782" cy="109783"/>
          </a:xfrm>
          <a:prstGeom prst="rect">
            <a:avLst/>
          </a:prstGeom>
        </p:spPr>
      </p:pic>
      <p:pic>
        <p:nvPicPr>
          <p:cNvPr id="34" name="object 34"/>
          <p:cNvPicPr/>
          <p:nvPr/>
        </p:nvPicPr>
        <p:blipFill>
          <a:blip r:embed="rId7" cstate="print"/>
          <a:stretch>
            <a:fillRect/>
          </a:stretch>
        </p:blipFill>
        <p:spPr>
          <a:xfrm>
            <a:off x="17202191" y="1862148"/>
            <a:ext cx="109780" cy="109780"/>
          </a:xfrm>
          <a:prstGeom prst="rect">
            <a:avLst/>
          </a:prstGeom>
        </p:spPr>
      </p:pic>
      <p:pic>
        <p:nvPicPr>
          <p:cNvPr id="35" name="object 35"/>
          <p:cNvPicPr/>
          <p:nvPr/>
        </p:nvPicPr>
        <p:blipFill>
          <a:blip r:embed="rId7" cstate="print"/>
          <a:stretch>
            <a:fillRect/>
          </a:stretch>
        </p:blipFill>
        <p:spPr>
          <a:xfrm>
            <a:off x="17202191" y="1443033"/>
            <a:ext cx="109780" cy="109780"/>
          </a:xfrm>
          <a:prstGeom prst="rect">
            <a:avLst/>
          </a:prstGeom>
        </p:spPr>
      </p:pic>
      <p:pic>
        <p:nvPicPr>
          <p:cNvPr id="36" name="object 36"/>
          <p:cNvPicPr/>
          <p:nvPr/>
        </p:nvPicPr>
        <p:blipFill>
          <a:blip r:embed="rId18" cstate="print"/>
          <a:stretch>
            <a:fillRect/>
          </a:stretch>
        </p:blipFill>
        <p:spPr>
          <a:xfrm>
            <a:off x="17202239" y="1023902"/>
            <a:ext cx="109782" cy="109784"/>
          </a:xfrm>
          <a:prstGeom prst="rect">
            <a:avLst/>
          </a:prstGeom>
        </p:spPr>
      </p:pic>
      <p:pic>
        <p:nvPicPr>
          <p:cNvPr id="37" name="object 37"/>
          <p:cNvPicPr/>
          <p:nvPr/>
        </p:nvPicPr>
        <p:blipFill>
          <a:blip r:embed="rId9" cstate="print"/>
          <a:stretch>
            <a:fillRect/>
          </a:stretch>
        </p:blipFill>
        <p:spPr>
          <a:xfrm>
            <a:off x="17202239" y="604775"/>
            <a:ext cx="109782" cy="109783"/>
          </a:xfrm>
          <a:prstGeom prst="rect">
            <a:avLst/>
          </a:prstGeom>
        </p:spPr>
      </p:pic>
      <p:pic>
        <p:nvPicPr>
          <p:cNvPr id="38" name="object 38"/>
          <p:cNvPicPr/>
          <p:nvPr/>
        </p:nvPicPr>
        <p:blipFill>
          <a:blip r:embed="rId19" cstate="print"/>
          <a:stretch>
            <a:fillRect/>
          </a:stretch>
        </p:blipFill>
        <p:spPr>
          <a:xfrm>
            <a:off x="17563566" y="2700429"/>
            <a:ext cx="109780" cy="109779"/>
          </a:xfrm>
          <a:prstGeom prst="rect">
            <a:avLst/>
          </a:prstGeom>
        </p:spPr>
      </p:pic>
      <p:pic>
        <p:nvPicPr>
          <p:cNvPr id="39" name="object 39"/>
          <p:cNvPicPr/>
          <p:nvPr/>
        </p:nvPicPr>
        <p:blipFill>
          <a:blip r:embed="rId20" cstate="print"/>
          <a:stretch>
            <a:fillRect/>
          </a:stretch>
        </p:blipFill>
        <p:spPr>
          <a:xfrm>
            <a:off x="17563566" y="2281301"/>
            <a:ext cx="109780" cy="109780"/>
          </a:xfrm>
          <a:prstGeom prst="rect">
            <a:avLst/>
          </a:prstGeom>
        </p:spPr>
      </p:pic>
      <p:pic>
        <p:nvPicPr>
          <p:cNvPr id="40" name="object 40"/>
          <p:cNvPicPr/>
          <p:nvPr/>
        </p:nvPicPr>
        <p:blipFill>
          <a:blip r:embed="rId12" cstate="print"/>
          <a:stretch>
            <a:fillRect/>
          </a:stretch>
        </p:blipFill>
        <p:spPr>
          <a:xfrm>
            <a:off x="17563568" y="1862149"/>
            <a:ext cx="109779" cy="109778"/>
          </a:xfrm>
          <a:prstGeom prst="rect">
            <a:avLst/>
          </a:prstGeom>
        </p:spPr>
      </p:pic>
      <p:pic>
        <p:nvPicPr>
          <p:cNvPr id="41" name="object 41"/>
          <p:cNvPicPr/>
          <p:nvPr/>
        </p:nvPicPr>
        <p:blipFill>
          <a:blip r:embed="rId12" cstate="print"/>
          <a:stretch>
            <a:fillRect/>
          </a:stretch>
        </p:blipFill>
        <p:spPr>
          <a:xfrm>
            <a:off x="17563568" y="1443034"/>
            <a:ext cx="109779" cy="109779"/>
          </a:xfrm>
          <a:prstGeom prst="rect">
            <a:avLst/>
          </a:prstGeom>
        </p:spPr>
      </p:pic>
      <p:pic>
        <p:nvPicPr>
          <p:cNvPr id="42" name="object 42"/>
          <p:cNvPicPr/>
          <p:nvPr/>
        </p:nvPicPr>
        <p:blipFill>
          <a:blip r:embed="rId12" cstate="print"/>
          <a:stretch>
            <a:fillRect/>
          </a:stretch>
        </p:blipFill>
        <p:spPr>
          <a:xfrm>
            <a:off x="17563568" y="1023906"/>
            <a:ext cx="109779" cy="109779"/>
          </a:xfrm>
          <a:prstGeom prst="rect">
            <a:avLst/>
          </a:prstGeom>
        </p:spPr>
      </p:pic>
      <p:pic>
        <p:nvPicPr>
          <p:cNvPr id="43" name="object 43"/>
          <p:cNvPicPr/>
          <p:nvPr/>
        </p:nvPicPr>
        <p:blipFill>
          <a:blip r:embed="rId21" cstate="print"/>
          <a:stretch>
            <a:fillRect/>
          </a:stretch>
        </p:blipFill>
        <p:spPr>
          <a:xfrm>
            <a:off x="17563566" y="604779"/>
            <a:ext cx="109781" cy="109780"/>
          </a:xfrm>
          <a:prstGeom prst="rect">
            <a:avLst/>
          </a:prstGeom>
        </p:spPr>
      </p:pic>
      <p:sp>
        <p:nvSpPr>
          <p:cNvPr id="44" name="object 44"/>
          <p:cNvSpPr txBox="1">
            <a:spLocks noGrp="1"/>
          </p:cNvSpPr>
          <p:nvPr>
            <p:ph type="title"/>
          </p:nvPr>
        </p:nvSpPr>
        <p:spPr>
          <a:xfrm>
            <a:off x="2819140" y="604821"/>
            <a:ext cx="11638280" cy="1700530"/>
          </a:xfrm>
          <a:prstGeom prst="rect">
            <a:avLst/>
          </a:prstGeom>
        </p:spPr>
        <p:txBody>
          <a:bodyPr vert="horz" wrap="square" lIns="0" tIns="500380" rIns="0" bIns="0" rtlCol="0">
            <a:spAutoFit/>
          </a:bodyPr>
          <a:lstStyle/>
          <a:p>
            <a:pPr marL="540385" algn="ctr">
              <a:lnSpc>
                <a:spcPct val="100000"/>
              </a:lnSpc>
              <a:spcBef>
                <a:spcPts val="3940"/>
              </a:spcBef>
            </a:pPr>
            <a:r>
              <a:rPr sz="3600" spc="-10" dirty="0"/>
              <a:t>RESULTS</a:t>
            </a:r>
            <a:endParaRPr sz="3600" spc="-10" dirty="0"/>
          </a:p>
          <a:p>
            <a:pPr marL="540385" algn="ctr">
              <a:lnSpc>
                <a:spcPct val="100000"/>
              </a:lnSpc>
              <a:spcBef>
                <a:spcPts val="1440"/>
              </a:spcBef>
            </a:pPr>
            <a:endParaRPr sz="3000"/>
          </a:p>
        </p:txBody>
      </p:sp>
      <p:pic>
        <p:nvPicPr>
          <p:cNvPr id="45" name="object 45"/>
          <p:cNvPicPr/>
          <p:nvPr/>
        </p:nvPicPr>
        <p:blipFill>
          <a:blip r:embed="rId22" cstate="print"/>
          <a:stretch>
            <a:fillRect/>
          </a:stretch>
        </p:blipFill>
        <p:spPr>
          <a:xfrm>
            <a:off x="2036915" y="221256"/>
            <a:ext cx="2162174" cy="2162174"/>
          </a:xfrm>
          <a:prstGeom prst="rect">
            <a:avLst/>
          </a:prstGeom>
        </p:spPr>
      </p:pic>
      <p:pic>
        <p:nvPicPr>
          <p:cNvPr id="46" name="object 46"/>
          <p:cNvPicPr/>
          <p:nvPr/>
        </p:nvPicPr>
        <p:blipFill>
          <a:blip r:embed="rId23" cstate="print"/>
          <a:stretch>
            <a:fillRect/>
          </a:stretch>
        </p:blipFill>
        <p:spPr>
          <a:xfrm>
            <a:off x="14182611" y="24874"/>
            <a:ext cx="2867024" cy="2867024"/>
          </a:xfrm>
          <a:prstGeom prst="rect">
            <a:avLst/>
          </a:prstGeom>
        </p:spPr>
      </p:pic>
      <p:pic>
        <p:nvPicPr>
          <p:cNvPr id="47" name="Picture 46"/>
          <p:cNvPicPr>
            <a:picLocks noChangeAspect="1"/>
          </p:cNvPicPr>
          <p:nvPr/>
        </p:nvPicPr>
        <p:blipFill>
          <a:blip r:embed="rId24"/>
          <a:stretch>
            <a:fillRect/>
          </a:stretch>
        </p:blipFill>
        <p:spPr>
          <a:xfrm>
            <a:off x="3505200" y="2095500"/>
            <a:ext cx="12609195" cy="80086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2985135" cy="2985135"/>
            <a:chOff x="0" y="0"/>
            <a:chExt cx="2985135" cy="2985135"/>
          </a:xfrm>
        </p:grpSpPr>
        <p:sp>
          <p:nvSpPr>
            <p:cNvPr id="3" name="object 3"/>
            <p:cNvSpPr/>
            <p:nvPr/>
          </p:nvSpPr>
          <p:spPr>
            <a:xfrm>
              <a:off x="0" y="0"/>
              <a:ext cx="2985135" cy="2985135"/>
            </a:xfrm>
            <a:custGeom>
              <a:avLst/>
              <a:gdLst/>
              <a:ahLst/>
              <a:cxnLst/>
              <a:rect l="l" t="t" r="r" b="b"/>
              <a:pathLst>
                <a:path w="2985135" h="2985135">
                  <a:moveTo>
                    <a:pt x="2985120" y="0"/>
                  </a:moveTo>
                  <a:lnTo>
                    <a:pt x="0" y="0"/>
                  </a:lnTo>
                  <a:lnTo>
                    <a:pt x="0" y="2985120"/>
                  </a:lnTo>
                  <a:lnTo>
                    <a:pt x="2985120" y="0"/>
                  </a:lnTo>
                  <a:close/>
                </a:path>
              </a:pathLst>
            </a:custGeom>
            <a:solidFill>
              <a:srgbClr val="FFC62F"/>
            </a:solidFill>
          </p:spPr>
          <p:txBody>
            <a:bodyPr wrap="square" lIns="0" tIns="0" rIns="0" bIns="0" rtlCol="0"/>
            <a:lstStyle/>
            <a:p/>
          </p:txBody>
        </p:sp>
        <p:sp>
          <p:nvSpPr>
            <p:cNvPr id="4" name="object 4"/>
            <p:cNvSpPr/>
            <p:nvPr/>
          </p:nvSpPr>
          <p:spPr>
            <a:xfrm>
              <a:off x="0" y="0"/>
              <a:ext cx="1704975" cy="1704975"/>
            </a:xfrm>
            <a:custGeom>
              <a:avLst/>
              <a:gdLst/>
              <a:ahLst/>
              <a:cxnLst/>
              <a:rect l="l" t="t" r="r" b="b"/>
              <a:pathLst>
                <a:path w="1704975" h="1704975">
                  <a:moveTo>
                    <a:pt x="1704769" y="0"/>
                  </a:moveTo>
                  <a:lnTo>
                    <a:pt x="0" y="0"/>
                  </a:lnTo>
                  <a:lnTo>
                    <a:pt x="0" y="1704769"/>
                  </a:lnTo>
                  <a:lnTo>
                    <a:pt x="1704769" y="0"/>
                  </a:lnTo>
                  <a:close/>
                </a:path>
              </a:pathLst>
            </a:custGeom>
            <a:solidFill>
              <a:srgbClr val="002972"/>
            </a:solidFill>
          </p:spPr>
          <p:txBody>
            <a:bodyPr wrap="square" lIns="0" tIns="0" rIns="0" bIns="0" rtlCol="0"/>
            <a:lstStyle/>
            <a:p/>
          </p:txBody>
        </p:sp>
      </p:grpSp>
      <p:grpSp>
        <p:nvGrpSpPr>
          <p:cNvPr id="5" name="object 5"/>
          <p:cNvGrpSpPr/>
          <p:nvPr/>
        </p:nvGrpSpPr>
        <p:grpSpPr>
          <a:xfrm>
            <a:off x="13854112" y="7235545"/>
            <a:ext cx="4434205" cy="3051810"/>
            <a:chOff x="13854112" y="7235545"/>
            <a:chExt cx="4434205" cy="3051810"/>
          </a:xfrm>
        </p:grpSpPr>
        <p:sp>
          <p:nvSpPr>
            <p:cNvPr id="6" name="object 6"/>
            <p:cNvSpPr/>
            <p:nvPr/>
          </p:nvSpPr>
          <p:spPr>
            <a:xfrm>
              <a:off x="13854112" y="7235545"/>
              <a:ext cx="4434205" cy="3051810"/>
            </a:xfrm>
            <a:custGeom>
              <a:avLst/>
              <a:gdLst/>
              <a:ahLst/>
              <a:cxnLst/>
              <a:rect l="l" t="t" r="r" b="b"/>
              <a:pathLst>
                <a:path w="4434205" h="3051809">
                  <a:moveTo>
                    <a:pt x="0" y="3051454"/>
                  </a:moveTo>
                  <a:lnTo>
                    <a:pt x="4433888" y="3051454"/>
                  </a:lnTo>
                  <a:lnTo>
                    <a:pt x="4433888" y="0"/>
                  </a:lnTo>
                  <a:lnTo>
                    <a:pt x="1382778" y="3051109"/>
                  </a:lnTo>
                  <a:lnTo>
                    <a:pt x="0" y="3051109"/>
                  </a:lnTo>
                  <a:lnTo>
                    <a:pt x="0" y="3051454"/>
                  </a:lnTo>
                  <a:close/>
                </a:path>
              </a:pathLst>
            </a:custGeom>
            <a:solidFill>
              <a:srgbClr val="FFC62F"/>
            </a:solidFill>
          </p:spPr>
          <p:txBody>
            <a:bodyPr wrap="square" lIns="0" tIns="0" rIns="0" bIns="0" rtlCol="0"/>
            <a:lstStyle/>
            <a:p/>
          </p:txBody>
        </p:sp>
        <p:sp>
          <p:nvSpPr>
            <p:cNvPr id="7" name="object 7"/>
            <p:cNvSpPr/>
            <p:nvPr/>
          </p:nvSpPr>
          <p:spPr>
            <a:xfrm>
              <a:off x="16516897" y="8515895"/>
              <a:ext cx="1771650" cy="1771650"/>
            </a:xfrm>
            <a:custGeom>
              <a:avLst/>
              <a:gdLst/>
              <a:ahLst/>
              <a:cxnLst/>
              <a:rect l="l" t="t" r="r" b="b"/>
              <a:pathLst>
                <a:path w="1771650" h="1771650">
                  <a:moveTo>
                    <a:pt x="0" y="1771103"/>
                  </a:moveTo>
                  <a:lnTo>
                    <a:pt x="1771103" y="1771103"/>
                  </a:lnTo>
                  <a:lnTo>
                    <a:pt x="1771103" y="0"/>
                  </a:lnTo>
                  <a:lnTo>
                    <a:pt x="0" y="1771103"/>
                  </a:lnTo>
                  <a:close/>
                </a:path>
              </a:pathLst>
            </a:custGeom>
            <a:solidFill>
              <a:srgbClr val="002972"/>
            </a:solidFill>
          </p:spPr>
          <p:txBody>
            <a:bodyPr wrap="square" lIns="0" tIns="0" rIns="0" bIns="0" rtlCol="0"/>
            <a:lstStyle/>
            <a:p/>
          </p:txBody>
        </p:sp>
        <p:sp>
          <p:nvSpPr>
            <p:cNvPr id="8" name="object 8"/>
            <p:cNvSpPr/>
            <p:nvPr/>
          </p:nvSpPr>
          <p:spPr>
            <a:xfrm>
              <a:off x="15034214" y="10286654"/>
              <a:ext cx="3254375" cy="635"/>
            </a:xfrm>
            <a:custGeom>
              <a:avLst/>
              <a:gdLst/>
              <a:ahLst/>
              <a:cxnLst/>
              <a:rect l="l" t="t" r="r" b="b"/>
              <a:pathLst>
                <a:path w="3254375" h="634">
                  <a:moveTo>
                    <a:pt x="0" y="344"/>
                  </a:moveTo>
                  <a:lnTo>
                    <a:pt x="0" y="0"/>
                  </a:lnTo>
                  <a:lnTo>
                    <a:pt x="3253786" y="0"/>
                  </a:lnTo>
                  <a:lnTo>
                    <a:pt x="3253786" y="344"/>
                  </a:lnTo>
                  <a:lnTo>
                    <a:pt x="0" y="344"/>
                  </a:lnTo>
                  <a:close/>
                </a:path>
              </a:pathLst>
            </a:custGeom>
            <a:solidFill>
              <a:srgbClr val="032361"/>
            </a:solidFill>
          </p:spPr>
          <p:txBody>
            <a:bodyPr wrap="square" lIns="0" tIns="0" rIns="0" bIns="0" rtlCol="0"/>
            <a:lstStyle/>
            <a:p/>
          </p:txBody>
        </p:sp>
      </p:grpSp>
      <p:pic>
        <p:nvPicPr>
          <p:cNvPr id="9" name="object 9"/>
          <p:cNvPicPr/>
          <p:nvPr/>
        </p:nvPicPr>
        <p:blipFill>
          <a:blip r:embed="rId1" cstate="print"/>
          <a:stretch>
            <a:fillRect/>
          </a:stretch>
        </p:blipFill>
        <p:spPr>
          <a:xfrm>
            <a:off x="610204" y="9567953"/>
            <a:ext cx="109780" cy="109780"/>
          </a:xfrm>
          <a:prstGeom prst="rect">
            <a:avLst/>
          </a:prstGeom>
        </p:spPr>
      </p:pic>
      <p:pic>
        <p:nvPicPr>
          <p:cNvPr id="10" name="object 10"/>
          <p:cNvPicPr/>
          <p:nvPr/>
        </p:nvPicPr>
        <p:blipFill>
          <a:blip r:embed="rId2" cstate="print"/>
          <a:stretch>
            <a:fillRect/>
          </a:stretch>
        </p:blipFill>
        <p:spPr>
          <a:xfrm>
            <a:off x="610204" y="9148825"/>
            <a:ext cx="109780" cy="109780"/>
          </a:xfrm>
          <a:prstGeom prst="rect">
            <a:avLst/>
          </a:prstGeom>
        </p:spPr>
      </p:pic>
      <p:pic>
        <p:nvPicPr>
          <p:cNvPr id="11" name="object 11"/>
          <p:cNvPicPr/>
          <p:nvPr/>
        </p:nvPicPr>
        <p:blipFill>
          <a:blip r:embed="rId3" cstate="print"/>
          <a:stretch>
            <a:fillRect/>
          </a:stretch>
        </p:blipFill>
        <p:spPr>
          <a:xfrm>
            <a:off x="610205" y="8729673"/>
            <a:ext cx="109779" cy="109780"/>
          </a:xfrm>
          <a:prstGeom prst="rect">
            <a:avLst/>
          </a:prstGeom>
        </p:spPr>
      </p:pic>
      <p:pic>
        <p:nvPicPr>
          <p:cNvPr id="12" name="object 12"/>
          <p:cNvPicPr/>
          <p:nvPr/>
        </p:nvPicPr>
        <p:blipFill>
          <a:blip r:embed="rId3" cstate="print"/>
          <a:stretch>
            <a:fillRect/>
          </a:stretch>
        </p:blipFill>
        <p:spPr>
          <a:xfrm>
            <a:off x="610205" y="8310558"/>
            <a:ext cx="109779" cy="109780"/>
          </a:xfrm>
          <a:prstGeom prst="rect">
            <a:avLst/>
          </a:prstGeom>
        </p:spPr>
      </p:pic>
      <p:pic>
        <p:nvPicPr>
          <p:cNvPr id="13" name="object 13"/>
          <p:cNvPicPr/>
          <p:nvPr/>
        </p:nvPicPr>
        <p:blipFill>
          <a:blip r:embed="rId3" cstate="print"/>
          <a:stretch>
            <a:fillRect/>
          </a:stretch>
        </p:blipFill>
        <p:spPr>
          <a:xfrm>
            <a:off x="610205" y="7891430"/>
            <a:ext cx="109779" cy="109780"/>
          </a:xfrm>
          <a:prstGeom prst="rect">
            <a:avLst/>
          </a:prstGeom>
        </p:spPr>
      </p:pic>
      <p:pic>
        <p:nvPicPr>
          <p:cNvPr id="14" name="object 14"/>
          <p:cNvPicPr/>
          <p:nvPr/>
        </p:nvPicPr>
        <p:blipFill>
          <a:blip r:embed="rId4" cstate="print"/>
          <a:stretch>
            <a:fillRect/>
          </a:stretch>
        </p:blipFill>
        <p:spPr>
          <a:xfrm>
            <a:off x="610203" y="7472302"/>
            <a:ext cx="109780" cy="109780"/>
          </a:xfrm>
          <a:prstGeom prst="rect">
            <a:avLst/>
          </a:prstGeom>
        </p:spPr>
      </p:pic>
      <p:pic>
        <p:nvPicPr>
          <p:cNvPr id="15" name="object 15"/>
          <p:cNvPicPr/>
          <p:nvPr/>
        </p:nvPicPr>
        <p:blipFill>
          <a:blip r:embed="rId5" cstate="print"/>
          <a:stretch>
            <a:fillRect/>
          </a:stretch>
        </p:blipFill>
        <p:spPr>
          <a:xfrm>
            <a:off x="971592" y="9567953"/>
            <a:ext cx="109780" cy="109780"/>
          </a:xfrm>
          <a:prstGeom prst="rect">
            <a:avLst/>
          </a:prstGeom>
        </p:spPr>
      </p:pic>
      <p:pic>
        <p:nvPicPr>
          <p:cNvPr id="16" name="object 16"/>
          <p:cNvPicPr/>
          <p:nvPr/>
        </p:nvPicPr>
        <p:blipFill>
          <a:blip r:embed="rId6" cstate="print"/>
          <a:stretch>
            <a:fillRect/>
          </a:stretch>
        </p:blipFill>
        <p:spPr>
          <a:xfrm>
            <a:off x="971641" y="9148822"/>
            <a:ext cx="109782" cy="109783"/>
          </a:xfrm>
          <a:prstGeom prst="rect">
            <a:avLst/>
          </a:prstGeom>
        </p:spPr>
      </p:pic>
      <p:pic>
        <p:nvPicPr>
          <p:cNvPr id="17" name="object 17"/>
          <p:cNvPicPr/>
          <p:nvPr/>
        </p:nvPicPr>
        <p:blipFill>
          <a:blip r:embed="rId7" cstate="print"/>
          <a:stretch>
            <a:fillRect/>
          </a:stretch>
        </p:blipFill>
        <p:spPr>
          <a:xfrm>
            <a:off x="971592" y="8729673"/>
            <a:ext cx="109780" cy="109780"/>
          </a:xfrm>
          <a:prstGeom prst="rect">
            <a:avLst/>
          </a:prstGeom>
        </p:spPr>
      </p:pic>
      <p:pic>
        <p:nvPicPr>
          <p:cNvPr id="18" name="object 18"/>
          <p:cNvPicPr/>
          <p:nvPr/>
        </p:nvPicPr>
        <p:blipFill>
          <a:blip r:embed="rId7" cstate="print"/>
          <a:stretch>
            <a:fillRect/>
          </a:stretch>
        </p:blipFill>
        <p:spPr>
          <a:xfrm>
            <a:off x="971592" y="8310558"/>
            <a:ext cx="109780" cy="109780"/>
          </a:xfrm>
          <a:prstGeom prst="rect">
            <a:avLst/>
          </a:prstGeom>
        </p:spPr>
      </p:pic>
      <p:pic>
        <p:nvPicPr>
          <p:cNvPr id="19" name="object 19"/>
          <p:cNvPicPr/>
          <p:nvPr/>
        </p:nvPicPr>
        <p:blipFill>
          <a:blip r:embed="rId8" cstate="print"/>
          <a:stretch>
            <a:fillRect/>
          </a:stretch>
        </p:blipFill>
        <p:spPr>
          <a:xfrm>
            <a:off x="971641" y="7891427"/>
            <a:ext cx="109782" cy="109784"/>
          </a:xfrm>
          <a:prstGeom prst="rect">
            <a:avLst/>
          </a:prstGeom>
        </p:spPr>
      </p:pic>
      <p:pic>
        <p:nvPicPr>
          <p:cNvPr id="20" name="object 20"/>
          <p:cNvPicPr/>
          <p:nvPr/>
        </p:nvPicPr>
        <p:blipFill>
          <a:blip r:embed="rId9" cstate="print"/>
          <a:stretch>
            <a:fillRect/>
          </a:stretch>
        </p:blipFill>
        <p:spPr>
          <a:xfrm>
            <a:off x="971640" y="7472299"/>
            <a:ext cx="109782" cy="109783"/>
          </a:xfrm>
          <a:prstGeom prst="rect">
            <a:avLst/>
          </a:prstGeom>
        </p:spPr>
      </p:pic>
      <p:pic>
        <p:nvPicPr>
          <p:cNvPr id="21" name="object 21"/>
          <p:cNvPicPr/>
          <p:nvPr/>
        </p:nvPicPr>
        <p:blipFill>
          <a:blip r:embed="rId10" cstate="print"/>
          <a:stretch>
            <a:fillRect/>
          </a:stretch>
        </p:blipFill>
        <p:spPr>
          <a:xfrm>
            <a:off x="1332967" y="9567953"/>
            <a:ext cx="109780" cy="109779"/>
          </a:xfrm>
          <a:prstGeom prst="rect">
            <a:avLst/>
          </a:prstGeom>
        </p:spPr>
      </p:pic>
      <p:pic>
        <p:nvPicPr>
          <p:cNvPr id="22" name="object 22"/>
          <p:cNvPicPr/>
          <p:nvPr/>
        </p:nvPicPr>
        <p:blipFill>
          <a:blip r:embed="rId11" cstate="print"/>
          <a:stretch>
            <a:fillRect/>
          </a:stretch>
        </p:blipFill>
        <p:spPr>
          <a:xfrm>
            <a:off x="1332967" y="9148825"/>
            <a:ext cx="109780" cy="109780"/>
          </a:xfrm>
          <a:prstGeom prst="rect">
            <a:avLst/>
          </a:prstGeom>
        </p:spPr>
      </p:pic>
      <p:pic>
        <p:nvPicPr>
          <p:cNvPr id="23" name="object 23"/>
          <p:cNvPicPr/>
          <p:nvPr/>
        </p:nvPicPr>
        <p:blipFill>
          <a:blip r:embed="rId12" cstate="print"/>
          <a:stretch>
            <a:fillRect/>
          </a:stretch>
        </p:blipFill>
        <p:spPr>
          <a:xfrm>
            <a:off x="1332968" y="8729674"/>
            <a:ext cx="109779" cy="109778"/>
          </a:xfrm>
          <a:prstGeom prst="rect">
            <a:avLst/>
          </a:prstGeom>
        </p:spPr>
      </p:pic>
      <p:pic>
        <p:nvPicPr>
          <p:cNvPr id="24" name="object 24"/>
          <p:cNvPicPr/>
          <p:nvPr/>
        </p:nvPicPr>
        <p:blipFill>
          <a:blip r:embed="rId12" cstate="print"/>
          <a:stretch>
            <a:fillRect/>
          </a:stretch>
        </p:blipFill>
        <p:spPr>
          <a:xfrm>
            <a:off x="1332968" y="8310558"/>
            <a:ext cx="109779" cy="109779"/>
          </a:xfrm>
          <a:prstGeom prst="rect">
            <a:avLst/>
          </a:prstGeom>
        </p:spPr>
      </p:pic>
      <p:pic>
        <p:nvPicPr>
          <p:cNvPr id="25" name="object 25"/>
          <p:cNvPicPr/>
          <p:nvPr/>
        </p:nvPicPr>
        <p:blipFill>
          <a:blip r:embed="rId12" cstate="print"/>
          <a:stretch>
            <a:fillRect/>
          </a:stretch>
        </p:blipFill>
        <p:spPr>
          <a:xfrm>
            <a:off x="1332968" y="7891431"/>
            <a:ext cx="109779" cy="109779"/>
          </a:xfrm>
          <a:prstGeom prst="rect">
            <a:avLst/>
          </a:prstGeom>
        </p:spPr>
      </p:pic>
      <p:pic>
        <p:nvPicPr>
          <p:cNvPr id="26" name="object 26"/>
          <p:cNvPicPr/>
          <p:nvPr/>
        </p:nvPicPr>
        <p:blipFill>
          <a:blip r:embed="rId13" cstate="print"/>
          <a:stretch>
            <a:fillRect/>
          </a:stretch>
        </p:blipFill>
        <p:spPr>
          <a:xfrm>
            <a:off x="1332967" y="7472303"/>
            <a:ext cx="109781" cy="109780"/>
          </a:xfrm>
          <a:prstGeom prst="rect">
            <a:avLst/>
          </a:prstGeom>
        </p:spPr>
      </p:pic>
      <p:pic>
        <p:nvPicPr>
          <p:cNvPr id="27" name="object 27"/>
          <p:cNvPicPr/>
          <p:nvPr/>
        </p:nvPicPr>
        <p:blipFill>
          <a:blip r:embed="rId14" cstate="print"/>
          <a:stretch>
            <a:fillRect/>
          </a:stretch>
        </p:blipFill>
        <p:spPr>
          <a:xfrm>
            <a:off x="16840804" y="2700428"/>
            <a:ext cx="109780" cy="109780"/>
          </a:xfrm>
          <a:prstGeom prst="rect">
            <a:avLst/>
          </a:prstGeom>
        </p:spPr>
      </p:pic>
      <p:pic>
        <p:nvPicPr>
          <p:cNvPr id="28" name="object 28"/>
          <p:cNvPicPr/>
          <p:nvPr/>
        </p:nvPicPr>
        <p:blipFill>
          <a:blip r:embed="rId2" cstate="print"/>
          <a:stretch>
            <a:fillRect/>
          </a:stretch>
        </p:blipFill>
        <p:spPr>
          <a:xfrm>
            <a:off x="16840804" y="2281301"/>
            <a:ext cx="109780" cy="109780"/>
          </a:xfrm>
          <a:prstGeom prst="rect">
            <a:avLst/>
          </a:prstGeom>
        </p:spPr>
      </p:pic>
      <p:pic>
        <p:nvPicPr>
          <p:cNvPr id="29" name="object 29"/>
          <p:cNvPicPr/>
          <p:nvPr/>
        </p:nvPicPr>
        <p:blipFill>
          <a:blip r:embed="rId3" cstate="print"/>
          <a:stretch>
            <a:fillRect/>
          </a:stretch>
        </p:blipFill>
        <p:spPr>
          <a:xfrm>
            <a:off x="16840804" y="1862148"/>
            <a:ext cx="109779" cy="109780"/>
          </a:xfrm>
          <a:prstGeom prst="rect">
            <a:avLst/>
          </a:prstGeom>
        </p:spPr>
      </p:pic>
      <p:pic>
        <p:nvPicPr>
          <p:cNvPr id="30" name="object 30"/>
          <p:cNvPicPr/>
          <p:nvPr/>
        </p:nvPicPr>
        <p:blipFill>
          <a:blip r:embed="rId3" cstate="print"/>
          <a:stretch>
            <a:fillRect/>
          </a:stretch>
        </p:blipFill>
        <p:spPr>
          <a:xfrm>
            <a:off x="16840804" y="1443033"/>
            <a:ext cx="109779" cy="109780"/>
          </a:xfrm>
          <a:prstGeom prst="rect">
            <a:avLst/>
          </a:prstGeom>
        </p:spPr>
      </p:pic>
      <p:pic>
        <p:nvPicPr>
          <p:cNvPr id="31" name="object 31"/>
          <p:cNvPicPr/>
          <p:nvPr/>
        </p:nvPicPr>
        <p:blipFill>
          <a:blip r:embed="rId15" cstate="print"/>
          <a:stretch>
            <a:fillRect/>
          </a:stretch>
        </p:blipFill>
        <p:spPr>
          <a:xfrm>
            <a:off x="16840804" y="1023906"/>
            <a:ext cx="109779" cy="109780"/>
          </a:xfrm>
          <a:prstGeom prst="rect">
            <a:avLst/>
          </a:prstGeom>
        </p:spPr>
      </p:pic>
      <p:pic>
        <p:nvPicPr>
          <p:cNvPr id="32" name="object 32"/>
          <p:cNvPicPr/>
          <p:nvPr/>
        </p:nvPicPr>
        <p:blipFill>
          <a:blip r:embed="rId16" cstate="print"/>
          <a:stretch>
            <a:fillRect/>
          </a:stretch>
        </p:blipFill>
        <p:spPr>
          <a:xfrm>
            <a:off x="16840803" y="604778"/>
            <a:ext cx="109780" cy="109780"/>
          </a:xfrm>
          <a:prstGeom prst="rect">
            <a:avLst/>
          </a:prstGeom>
        </p:spPr>
      </p:pic>
      <p:pic>
        <p:nvPicPr>
          <p:cNvPr id="33" name="object 33"/>
          <p:cNvPicPr/>
          <p:nvPr/>
        </p:nvPicPr>
        <p:blipFill>
          <a:blip r:embed="rId2" cstate="print"/>
          <a:stretch>
            <a:fillRect/>
          </a:stretch>
        </p:blipFill>
        <p:spPr>
          <a:xfrm>
            <a:off x="17202191" y="2700428"/>
            <a:ext cx="109780" cy="109780"/>
          </a:xfrm>
          <a:prstGeom prst="rect">
            <a:avLst/>
          </a:prstGeom>
        </p:spPr>
      </p:pic>
      <p:pic>
        <p:nvPicPr>
          <p:cNvPr id="34" name="object 34"/>
          <p:cNvPicPr/>
          <p:nvPr/>
        </p:nvPicPr>
        <p:blipFill>
          <a:blip r:embed="rId17" cstate="print"/>
          <a:stretch>
            <a:fillRect/>
          </a:stretch>
        </p:blipFill>
        <p:spPr>
          <a:xfrm>
            <a:off x="17202239" y="2281297"/>
            <a:ext cx="109782" cy="109783"/>
          </a:xfrm>
          <a:prstGeom prst="rect">
            <a:avLst/>
          </a:prstGeom>
        </p:spPr>
      </p:pic>
      <p:pic>
        <p:nvPicPr>
          <p:cNvPr id="35" name="object 35"/>
          <p:cNvPicPr/>
          <p:nvPr/>
        </p:nvPicPr>
        <p:blipFill>
          <a:blip r:embed="rId7" cstate="print"/>
          <a:stretch>
            <a:fillRect/>
          </a:stretch>
        </p:blipFill>
        <p:spPr>
          <a:xfrm>
            <a:off x="17202191" y="1862148"/>
            <a:ext cx="109780" cy="109780"/>
          </a:xfrm>
          <a:prstGeom prst="rect">
            <a:avLst/>
          </a:prstGeom>
        </p:spPr>
      </p:pic>
      <p:pic>
        <p:nvPicPr>
          <p:cNvPr id="36" name="object 36"/>
          <p:cNvPicPr/>
          <p:nvPr/>
        </p:nvPicPr>
        <p:blipFill>
          <a:blip r:embed="rId7" cstate="print"/>
          <a:stretch>
            <a:fillRect/>
          </a:stretch>
        </p:blipFill>
        <p:spPr>
          <a:xfrm>
            <a:off x="17202191" y="1443033"/>
            <a:ext cx="109780" cy="109780"/>
          </a:xfrm>
          <a:prstGeom prst="rect">
            <a:avLst/>
          </a:prstGeom>
        </p:spPr>
      </p:pic>
      <p:pic>
        <p:nvPicPr>
          <p:cNvPr id="37" name="object 37"/>
          <p:cNvPicPr/>
          <p:nvPr/>
        </p:nvPicPr>
        <p:blipFill>
          <a:blip r:embed="rId18" cstate="print"/>
          <a:stretch>
            <a:fillRect/>
          </a:stretch>
        </p:blipFill>
        <p:spPr>
          <a:xfrm>
            <a:off x="17202239" y="1023902"/>
            <a:ext cx="109782" cy="109784"/>
          </a:xfrm>
          <a:prstGeom prst="rect">
            <a:avLst/>
          </a:prstGeom>
        </p:spPr>
      </p:pic>
      <p:pic>
        <p:nvPicPr>
          <p:cNvPr id="38" name="object 38"/>
          <p:cNvPicPr/>
          <p:nvPr/>
        </p:nvPicPr>
        <p:blipFill>
          <a:blip r:embed="rId9" cstate="print"/>
          <a:stretch>
            <a:fillRect/>
          </a:stretch>
        </p:blipFill>
        <p:spPr>
          <a:xfrm>
            <a:off x="17202239" y="604775"/>
            <a:ext cx="109782" cy="109783"/>
          </a:xfrm>
          <a:prstGeom prst="rect">
            <a:avLst/>
          </a:prstGeom>
        </p:spPr>
      </p:pic>
      <p:pic>
        <p:nvPicPr>
          <p:cNvPr id="39" name="object 39"/>
          <p:cNvPicPr/>
          <p:nvPr/>
        </p:nvPicPr>
        <p:blipFill>
          <a:blip r:embed="rId19" cstate="print"/>
          <a:stretch>
            <a:fillRect/>
          </a:stretch>
        </p:blipFill>
        <p:spPr>
          <a:xfrm>
            <a:off x="17563566" y="2700429"/>
            <a:ext cx="109780" cy="109779"/>
          </a:xfrm>
          <a:prstGeom prst="rect">
            <a:avLst/>
          </a:prstGeom>
        </p:spPr>
      </p:pic>
      <p:pic>
        <p:nvPicPr>
          <p:cNvPr id="40" name="object 40"/>
          <p:cNvPicPr/>
          <p:nvPr/>
        </p:nvPicPr>
        <p:blipFill>
          <a:blip r:embed="rId20" cstate="print"/>
          <a:stretch>
            <a:fillRect/>
          </a:stretch>
        </p:blipFill>
        <p:spPr>
          <a:xfrm>
            <a:off x="17563566" y="2281301"/>
            <a:ext cx="109780" cy="109780"/>
          </a:xfrm>
          <a:prstGeom prst="rect">
            <a:avLst/>
          </a:prstGeom>
        </p:spPr>
      </p:pic>
      <p:pic>
        <p:nvPicPr>
          <p:cNvPr id="41" name="object 41"/>
          <p:cNvPicPr/>
          <p:nvPr/>
        </p:nvPicPr>
        <p:blipFill>
          <a:blip r:embed="rId12" cstate="print"/>
          <a:stretch>
            <a:fillRect/>
          </a:stretch>
        </p:blipFill>
        <p:spPr>
          <a:xfrm>
            <a:off x="17563568" y="1862149"/>
            <a:ext cx="109779" cy="109778"/>
          </a:xfrm>
          <a:prstGeom prst="rect">
            <a:avLst/>
          </a:prstGeom>
        </p:spPr>
      </p:pic>
      <p:pic>
        <p:nvPicPr>
          <p:cNvPr id="42" name="object 42"/>
          <p:cNvPicPr/>
          <p:nvPr/>
        </p:nvPicPr>
        <p:blipFill>
          <a:blip r:embed="rId12" cstate="print"/>
          <a:stretch>
            <a:fillRect/>
          </a:stretch>
        </p:blipFill>
        <p:spPr>
          <a:xfrm>
            <a:off x="17563568" y="1443034"/>
            <a:ext cx="109779" cy="109779"/>
          </a:xfrm>
          <a:prstGeom prst="rect">
            <a:avLst/>
          </a:prstGeom>
        </p:spPr>
      </p:pic>
      <p:pic>
        <p:nvPicPr>
          <p:cNvPr id="43" name="object 43"/>
          <p:cNvPicPr/>
          <p:nvPr/>
        </p:nvPicPr>
        <p:blipFill>
          <a:blip r:embed="rId12" cstate="print"/>
          <a:stretch>
            <a:fillRect/>
          </a:stretch>
        </p:blipFill>
        <p:spPr>
          <a:xfrm>
            <a:off x="17563568" y="1023906"/>
            <a:ext cx="109779" cy="109779"/>
          </a:xfrm>
          <a:prstGeom prst="rect">
            <a:avLst/>
          </a:prstGeom>
        </p:spPr>
      </p:pic>
      <p:pic>
        <p:nvPicPr>
          <p:cNvPr id="44" name="object 44"/>
          <p:cNvPicPr/>
          <p:nvPr/>
        </p:nvPicPr>
        <p:blipFill>
          <a:blip r:embed="rId21" cstate="print"/>
          <a:stretch>
            <a:fillRect/>
          </a:stretch>
        </p:blipFill>
        <p:spPr>
          <a:xfrm>
            <a:off x="17563566" y="604779"/>
            <a:ext cx="109781" cy="109780"/>
          </a:xfrm>
          <a:prstGeom prst="rect">
            <a:avLst/>
          </a:prstGeom>
        </p:spPr>
      </p:pic>
      <p:sp>
        <p:nvSpPr>
          <p:cNvPr id="45" name="object 45"/>
          <p:cNvSpPr txBox="1">
            <a:spLocks noGrp="1"/>
          </p:cNvSpPr>
          <p:nvPr>
            <p:ph type="title"/>
          </p:nvPr>
        </p:nvSpPr>
        <p:spPr>
          <a:xfrm>
            <a:off x="2971540" y="800401"/>
            <a:ext cx="11638280" cy="1700530"/>
          </a:xfrm>
          <a:prstGeom prst="rect">
            <a:avLst/>
          </a:prstGeom>
        </p:spPr>
        <p:txBody>
          <a:bodyPr vert="horz" wrap="square" lIns="0" tIns="500380" rIns="0" bIns="0" rtlCol="0">
            <a:spAutoFit/>
          </a:bodyPr>
          <a:lstStyle/>
          <a:p>
            <a:pPr marL="540385" algn="ctr">
              <a:lnSpc>
                <a:spcPct val="100000"/>
              </a:lnSpc>
              <a:spcBef>
                <a:spcPts val="3940"/>
              </a:spcBef>
            </a:pPr>
            <a:r>
              <a:rPr sz="3600" spc="-10" dirty="0"/>
              <a:t>RESULTS</a:t>
            </a:r>
            <a:endParaRPr sz="3600" spc="-10" dirty="0"/>
          </a:p>
          <a:p>
            <a:pPr marL="540385" algn="ctr">
              <a:lnSpc>
                <a:spcPct val="100000"/>
              </a:lnSpc>
              <a:spcBef>
                <a:spcPts val="1440"/>
              </a:spcBef>
            </a:pPr>
            <a:endParaRPr sz="3000"/>
          </a:p>
        </p:txBody>
      </p:sp>
      <p:pic>
        <p:nvPicPr>
          <p:cNvPr id="46" name="object 46"/>
          <p:cNvPicPr/>
          <p:nvPr/>
        </p:nvPicPr>
        <p:blipFill>
          <a:blip r:embed="rId22" cstate="print"/>
          <a:stretch>
            <a:fillRect/>
          </a:stretch>
        </p:blipFill>
        <p:spPr>
          <a:xfrm>
            <a:off x="1926358" y="376035"/>
            <a:ext cx="2162174" cy="2162174"/>
          </a:xfrm>
          <a:prstGeom prst="rect">
            <a:avLst/>
          </a:prstGeom>
        </p:spPr>
      </p:pic>
      <p:pic>
        <p:nvPicPr>
          <p:cNvPr id="47" name="object 47"/>
          <p:cNvPicPr/>
          <p:nvPr/>
        </p:nvPicPr>
        <p:blipFill>
          <a:blip r:embed="rId23" cstate="print"/>
          <a:stretch>
            <a:fillRect/>
          </a:stretch>
        </p:blipFill>
        <p:spPr>
          <a:xfrm>
            <a:off x="13974985" y="24874"/>
            <a:ext cx="2867024" cy="2867024"/>
          </a:xfrm>
          <a:prstGeom prst="rect">
            <a:avLst/>
          </a:prstGeom>
        </p:spPr>
      </p:pic>
      <p:pic>
        <p:nvPicPr>
          <p:cNvPr id="48" name="Picture 47"/>
          <p:cNvPicPr>
            <a:picLocks noChangeAspect="1"/>
          </p:cNvPicPr>
          <p:nvPr/>
        </p:nvPicPr>
        <p:blipFill>
          <a:blip r:embed="rId24"/>
          <a:stretch>
            <a:fillRect/>
          </a:stretch>
        </p:blipFill>
        <p:spPr>
          <a:xfrm>
            <a:off x="3505200" y="2324100"/>
            <a:ext cx="12544425" cy="78651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3029585" cy="3029585"/>
            <a:chOff x="0" y="0"/>
            <a:chExt cx="3029585" cy="3029585"/>
          </a:xfrm>
        </p:grpSpPr>
        <p:sp>
          <p:nvSpPr>
            <p:cNvPr id="3" name="object 3"/>
            <p:cNvSpPr/>
            <p:nvPr/>
          </p:nvSpPr>
          <p:spPr>
            <a:xfrm>
              <a:off x="0" y="0"/>
              <a:ext cx="3029585" cy="3029585"/>
            </a:xfrm>
            <a:custGeom>
              <a:avLst/>
              <a:gdLst/>
              <a:ahLst/>
              <a:cxnLst/>
              <a:rect l="l" t="t" r="r" b="b"/>
              <a:pathLst>
                <a:path w="3029585" h="3029585">
                  <a:moveTo>
                    <a:pt x="3029342" y="0"/>
                  </a:moveTo>
                  <a:lnTo>
                    <a:pt x="0" y="0"/>
                  </a:lnTo>
                  <a:lnTo>
                    <a:pt x="0" y="3029342"/>
                  </a:lnTo>
                  <a:lnTo>
                    <a:pt x="3029342" y="0"/>
                  </a:lnTo>
                  <a:close/>
                </a:path>
              </a:pathLst>
            </a:custGeom>
            <a:solidFill>
              <a:srgbClr val="FFC62F"/>
            </a:solidFill>
          </p:spPr>
          <p:txBody>
            <a:bodyPr wrap="square" lIns="0" tIns="0" rIns="0" bIns="0" rtlCol="0"/>
            <a:lstStyle/>
            <a:p/>
          </p:txBody>
        </p:sp>
        <p:sp>
          <p:nvSpPr>
            <p:cNvPr id="4" name="object 4"/>
            <p:cNvSpPr/>
            <p:nvPr/>
          </p:nvSpPr>
          <p:spPr>
            <a:xfrm>
              <a:off x="0" y="0"/>
              <a:ext cx="1749425" cy="1749425"/>
            </a:xfrm>
            <a:custGeom>
              <a:avLst/>
              <a:gdLst/>
              <a:ahLst/>
              <a:cxnLst/>
              <a:rect l="l" t="t" r="r" b="b"/>
              <a:pathLst>
                <a:path w="1749425" h="1749425">
                  <a:moveTo>
                    <a:pt x="1748992" y="0"/>
                  </a:moveTo>
                  <a:lnTo>
                    <a:pt x="0" y="0"/>
                  </a:lnTo>
                  <a:lnTo>
                    <a:pt x="0" y="1748991"/>
                  </a:lnTo>
                  <a:lnTo>
                    <a:pt x="1748992" y="0"/>
                  </a:lnTo>
                  <a:close/>
                </a:path>
              </a:pathLst>
            </a:custGeom>
            <a:solidFill>
              <a:srgbClr val="002972"/>
            </a:solidFill>
          </p:spPr>
          <p:txBody>
            <a:bodyPr wrap="square" lIns="0" tIns="0" rIns="0" bIns="0" rtlCol="0"/>
            <a:lstStyle/>
            <a:p/>
          </p:txBody>
        </p:sp>
      </p:grpSp>
      <p:grpSp>
        <p:nvGrpSpPr>
          <p:cNvPr id="5" name="object 5"/>
          <p:cNvGrpSpPr/>
          <p:nvPr/>
        </p:nvGrpSpPr>
        <p:grpSpPr>
          <a:xfrm>
            <a:off x="15258656" y="7257656"/>
            <a:ext cx="3029585" cy="3029585"/>
            <a:chOff x="15258656" y="7257656"/>
            <a:chExt cx="3029585" cy="3029585"/>
          </a:xfrm>
        </p:grpSpPr>
        <p:sp>
          <p:nvSpPr>
            <p:cNvPr id="6" name="object 6"/>
            <p:cNvSpPr/>
            <p:nvPr/>
          </p:nvSpPr>
          <p:spPr>
            <a:xfrm>
              <a:off x="15258656" y="7257656"/>
              <a:ext cx="3029585" cy="3029585"/>
            </a:xfrm>
            <a:custGeom>
              <a:avLst/>
              <a:gdLst/>
              <a:ahLst/>
              <a:cxnLst/>
              <a:rect l="l" t="t" r="r" b="b"/>
              <a:pathLst>
                <a:path w="3029584" h="3029584">
                  <a:moveTo>
                    <a:pt x="0" y="3029343"/>
                  </a:moveTo>
                  <a:lnTo>
                    <a:pt x="3029343" y="3029343"/>
                  </a:lnTo>
                  <a:lnTo>
                    <a:pt x="3029343" y="0"/>
                  </a:lnTo>
                  <a:lnTo>
                    <a:pt x="0" y="3029343"/>
                  </a:lnTo>
                  <a:close/>
                </a:path>
              </a:pathLst>
            </a:custGeom>
            <a:solidFill>
              <a:srgbClr val="FFC62F"/>
            </a:solidFill>
          </p:spPr>
          <p:txBody>
            <a:bodyPr wrap="square" lIns="0" tIns="0" rIns="0" bIns="0" rtlCol="0"/>
            <a:lstStyle/>
            <a:p/>
          </p:txBody>
        </p:sp>
        <p:sp>
          <p:nvSpPr>
            <p:cNvPr id="7" name="object 7"/>
            <p:cNvSpPr/>
            <p:nvPr/>
          </p:nvSpPr>
          <p:spPr>
            <a:xfrm>
              <a:off x="16539006" y="8538006"/>
              <a:ext cx="1749425" cy="1749425"/>
            </a:xfrm>
            <a:custGeom>
              <a:avLst/>
              <a:gdLst/>
              <a:ahLst/>
              <a:cxnLst/>
              <a:rect l="l" t="t" r="r" b="b"/>
              <a:pathLst>
                <a:path w="1749425" h="1749425">
                  <a:moveTo>
                    <a:pt x="0" y="1748992"/>
                  </a:moveTo>
                  <a:lnTo>
                    <a:pt x="1748992" y="1748992"/>
                  </a:lnTo>
                  <a:lnTo>
                    <a:pt x="1748992" y="0"/>
                  </a:lnTo>
                  <a:lnTo>
                    <a:pt x="0" y="1748992"/>
                  </a:lnTo>
                  <a:close/>
                </a:path>
              </a:pathLst>
            </a:custGeom>
            <a:solidFill>
              <a:srgbClr val="002972"/>
            </a:solidFill>
          </p:spPr>
          <p:txBody>
            <a:bodyPr wrap="square" lIns="0" tIns="0" rIns="0" bIns="0" rtlCol="0"/>
            <a:lstStyle/>
            <a:p/>
          </p:txBody>
        </p:sp>
      </p:grpSp>
      <p:pic>
        <p:nvPicPr>
          <p:cNvPr id="8" name="object 8"/>
          <p:cNvPicPr/>
          <p:nvPr/>
        </p:nvPicPr>
        <p:blipFill>
          <a:blip r:embed="rId1" cstate="print"/>
          <a:stretch>
            <a:fillRect/>
          </a:stretch>
        </p:blipFill>
        <p:spPr>
          <a:xfrm>
            <a:off x="610204" y="9567953"/>
            <a:ext cx="109780" cy="109780"/>
          </a:xfrm>
          <a:prstGeom prst="rect">
            <a:avLst/>
          </a:prstGeom>
        </p:spPr>
      </p:pic>
      <p:pic>
        <p:nvPicPr>
          <p:cNvPr id="9" name="object 9"/>
          <p:cNvPicPr/>
          <p:nvPr/>
        </p:nvPicPr>
        <p:blipFill>
          <a:blip r:embed="rId2" cstate="print"/>
          <a:stretch>
            <a:fillRect/>
          </a:stretch>
        </p:blipFill>
        <p:spPr>
          <a:xfrm>
            <a:off x="610204" y="9148825"/>
            <a:ext cx="109780" cy="109780"/>
          </a:xfrm>
          <a:prstGeom prst="rect">
            <a:avLst/>
          </a:prstGeom>
        </p:spPr>
      </p:pic>
      <p:pic>
        <p:nvPicPr>
          <p:cNvPr id="10" name="object 10"/>
          <p:cNvPicPr/>
          <p:nvPr/>
        </p:nvPicPr>
        <p:blipFill>
          <a:blip r:embed="rId3" cstate="print"/>
          <a:stretch>
            <a:fillRect/>
          </a:stretch>
        </p:blipFill>
        <p:spPr>
          <a:xfrm>
            <a:off x="610205" y="8729673"/>
            <a:ext cx="109779" cy="109780"/>
          </a:xfrm>
          <a:prstGeom prst="rect">
            <a:avLst/>
          </a:prstGeom>
        </p:spPr>
      </p:pic>
      <p:pic>
        <p:nvPicPr>
          <p:cNvPr id="11" name="object 11"/>
          <p:cNvPicPr/>
          <p:nvPr/>
        </p:nvPicPr>
        <p:blipFill>
          <a:blip r:embed="rId3" cstate="print"/>
          <a:stretch>
            <a:fillRect/>
          </a:stretch>
        </p:blipFill>
        <p:spPr>
          <a:xfrm>
            <a:off x="610205" y="8310558"/>
            <a:ext cx="109779" cy="109780"/>
          </a:xfrm>
          <a:prstGeom prst="rect">
            <a:avLst/>
          </a:prstGeom>
        </p:spPr>
      </p:pic>
      <p:pic>
        <p:nvPicPr>
          <p:cNvPr id="12" name="object 12"/>
          <p:cNvPicPr/>
          <p:nvPr/>
        </p:nvPicPr>
        <p:blipFill>
          <a:blip r:embed="rId3" cstate="print"/>
          <a:stretch>
            <a:fillRect/>
          </a:stretch>
        </p:blipFill>
        <p:spPr>
          <a:xfrm>
            <a:off x="610205" y="7891430"/>
            <a:ext cx="109779" cy="109780"/>
          </a:xfrm>
          <a:prstGeom prst="rect">
            <a:avLst/>
          </a:prstGeom>
        </p:spPr>
      </p:pic>
      <p:pic>
        <p:nvPicPr>
          <p:cNvPr id="13" name="object 13"/>
          <p:cNvPicPr/>
          <p:nvPr/>
        </p:nvPicPr>
        <p:blipFill>
          <a:blip r:embed="rId4" cstate="print"/>
          <a:stretch>
            <a:fillRect/>
          </a:stretch>
        </p:blipFill>
        <p:spPr>
          <a:xfrm>
            <a:off x="610203" y="7472302"/>
            <a:ext cx="109780" cy="109780"/>
          </a:xfrm>
          <a:prstGeom prst="rect">
            <a:avLst/>
          </a:prstGeom>
        </p:spPr>
      </p:pic>
      <p:pic>
        <p:nvPicPr>
          <p:cNvPr id="14" name="object 14"/>
          <p:cNvPicPr/>
          <p:nvPr/>
        </p:nvPicPr>
        <p:blipFill>
          <a:blip r:embed="rId5" cstate="print"/>
          <a:stretch>
            <a:fillRect/>
          </a:stretch>
        </p:blipFill>
        <p:spPr>
          <a:xfrm>
            <a:off x="971592" y="9567953"/>
            <a:ext cx="109780" cy="109780"/>
          </a:xfrm>
          <a:prstGeom prst="rect">
            <a:avLst/>
          </a:prstGeom>
        </p:spPr>
      </p:pic>
      <p:pic>
        <p:nvPicPr>
          <p:cNvPr id="15" name="object 15"/>
          <p:cNvPicPr/>
          <p:nvPr/>
        </p:nvPicPr>
        <p:blipFill>
          <a:blip r:embed="rId6" cstate="print"/>
          <a:stretch>
            <a:fillRect/>
          </a:stretch>
        </p:blipFill>
        <p:spPr>
          <a:xfrm>
            <a:off x="971641" y="9148822"/>
            <a:ext cx="109782" cy="109783"/>
          </a:xfrm>
          <a:prstGeom prst="rect">
            <a:avLst/>
          </a:prstGeom>
        </p:spPr>
      </p:pic>
      <p:pic>
        <p:nvPicPr>
          <p:cNvPr id="16" name="object 16"/>
          <p:cNvPicPr/>
          <p:nvPr/>
        </p:nvPicPr>
        <p:blipFill>
          <a:blip r:embed="rId7" cstate="print"/>
          <a:stretch>
            <a:fillRect/>
          </a:stretch>
        </p:blipFill>
        <p:spPr>
          <a:xfrm>
            <a:off x="971592" y="8729673"/>
            <a:ext cx="109780" cy="109780"/>
          </a:xfrm>
          <a:prstGeom prst="rect">
            <a:avLst/>
          </a:prstGeom>
        </p:spPr>
      </p:pic>
      <p:pic>
        <p:nvPicPr>
          <p:cNvPr id="17" name="object 17"/>
          <p:cNvPicPr/>
          <p:nvPr/>
        </p:nvPicPr>
        <p:blipFill>
          <a:blip r:embed="rId7" cstate="print"/>
          <a:stretch>
            <a:fillRect/>
          </a:stretch>
        </p:blipFill>
        <p:spPr>
          <a:xfrm>
            <a:off x="971592" y="8310558"/>
            <a:ext cx="109780" cy="109780"/>
          </a:xfrm>
          <a:prstGeom prst="rect">
            <a:avLst/>
          </a:prstGeom>
        </p:spPr>
      </p:pic>
      <p:pic>
        <p:nvPicPr>
          <p:cNvPr id="18" name="object 18"/>
          <p:cNvPicPr/>
          <p:nvPr/>
        </p:nvPicPr>
        <p:blipFill>
          <a:blip r:embed="rId8" cstate="print"/>
          <a:stretch>
            <a:fillRect/>
          </a:stretch>
        </p:blipFill>
        <p:spPr>
          <a:xfrm>
            <a:off x="971641" y="7891427"/>
            <a:ext cx="109782" cy="109784"/>
          </a:xfrm>
          <a:prstGeom prst="rect">
            <a:avLst/>
          </a:prstGeom>
        </p:spPr>
      </p:pic>
      <p:pic>
        <p:nvPicPr>
          <p:cNvPr id="19" name="object 19"/>
          <p:cNvPicPr/>
          <p:nvPr/>
        </p:nvPicPr>
        <p:blipFill>
          <a:blip r:embed="rId9" cstate="print"/>
          <a:stretch>
            <a:fillRect/>
          </a:stretch>
        </p:blipFill>
        <p:spPr>
          <a:xfrm>
            <a:off x="971640" y="7472299"/>
            <a:ext cx="109782" cy="109783"/>
          </a:xfrm>
          <a:prstGeom prst="rect">
            <a:avLst/>
          </a:prstGeom>
        </p:spPr>
      </p:pic>
      <p:pic>
        <p:nvPicPr>
          <p:cNvPr id="20" name="object 20"/>
          <p:cNvPicPr/>
          <p:nvPr/>
        </p:nvPicPr>
        <p:blipFill>
          <a:blip r:embed="rId10" cstate="print"/>
          <a:stretch>
            <a:fillRect/>
          </a:stretch>
        </p:blipFill>
        <p:spPr>
          <a:xfrm>
            <a:off x="1332967" y="9567953"/>
            <a:ext cx="109780" cy="109779"/>
          </a:xfrm>
          <a:prstGeom prst="rect">
            <a:avLst/>
          </a:prstGeom>
        </p:spPr>
      </p:pic>
      <p:pic>
        <p:nvPicPr>
          <p:cNvPr id="21" name="object 21"/>
          <p:cNvPicPr/>
          <p:nvPr/>
        </p:nvPicPr>
        <p:blipFill>
          <a:blip r:embed="rId11" cstate="print"/>
          <a:stretch>
            <a:fillRect/>
          </a:stretch>
        </p:blipFill>
        <p:spPr>
          <a:xfrm>
            <a:off x="1332967" y="9148825"/>
            <a:ext cx="109780" cy="109780"/>
          </a:xfrm>
          <a:prstGeom prst="rect">
            <a:avLst/>
          </a:prstGeom>
        </p:spPr>
      </p:pic>
      <p:pic>
        <p:nvPicPr>
          <p:cNvPr id="22" name="object 22"/>
          <p:cNvPicPr/>
          <p:nvPr/>
        </p:nvPicPr>
        <p:blipFill>
          <a:blip r:embed="rId12" cstate="print"/>
          <a:stretch>
            <a:fillRect/>
          </a:stretch>
        </p:blipFill>
        <p:spPr>
          <a:xfrm>
            <a:off x="1332968" y="8729674"/>
            <a:ext cx="109779" cy="109778"/>
          </a:xfrm>
          <a:prstGeom prst="rect">
            <a:avLst/>
          </a:prstGeom>
        </p:spPr>
      </p:pic>
      <p:pic>
        <p:nvPicPr>
          <p:cNvPr id="23" name="object 23"/>
          <p:cNvPicPr/>
          <p:nvPr/>
        </p:nvPicPr>
        <p:blipFill>
          <a:blip r:embed="rId12" cstate="print"/>
          <a:stretch>
            <a:fillRect/>
          </a:stretch>
        </p:blipFill>
        <p:spPr>
          <a:xfrm>
            <a:off x="1332968" y="8310558"/>
            <a:ext cx="109779" cy="109779"/>
          </a:xfrm>
          <a:prstGeom prst="rect">
            <a:avLst/>
          </a:prstGeom>
        </p:spPr>
      </p:pic>
      <p:pic>
        <p:nvPicPr>
          <p:cNvPr id="24" name="object 24"/>
          <p:cNvPicPr/>
          <p:nvPr/>
        </p:nvPicPr>
        <p:blipFill>
          <a:blip r:embed="rId12" cstate="print"/>
          <a:stretch>
            <a:fillRect/>
          </a:stretch>
        </p:blipFill>
        <p:spPr>
          <a:xfrm>
            <a:off x="1332968" y="7891431"/>
            <a:ext cx="109779" cy="109779"/>
          </a:xfrm>
          <a:prstGeom prst="rect">
            <a:avLst/>
          </a:prstGeom>
        </p:spPr>
      </p:pic>
      <p:pic>
        <p:nvPicPr>
          <p:cNvPr id="25" name="object 25"/>
          <p:cNvPicPr/>
          <p:nvPr/>
        </p:nvPicPr>
        <p:blipFill>
          <a:blip r:embed="rId13" cstate="print"/>
          <a:stretch>
            <a:fillRect/>
          </a:stretch>
        </p:blipFill>
        <p:spPr>
          <a:xfrm>
            <a:off x="1332967" y="7472303"/>
            <a:ext cx="109781" cy="109780"/>
          </a:xfrm>
          <a:prstGeom prst="rect">
            <a:avLst/>
          </a:prstGeom>
        </p:spPr>
      </p:pic>
      <p:pic>
        <p:nvPicPr>
          <p:cNvPr id="26" name="object 26"/>
          <p:cNvPicPr/>
          <p:nvPr/>
        </p:nvPicPr>
        <p:blipFill>
          <a:blip r:embed="rId14" cstate="print"/>
          <a:stretch>
            <a:fillRect/>
          </a:stretch>
        </p:blipFill>
        <p:spPr>
          <a:xfrm>
            <a:off x="16840804" y="2700428"/>
            <a:ext cx="109780" cy="109780"/>
          </a:xfrm>
          <a:prstGeom prst="rect">
            <a:avLst/>
          </a:prstGeom>
        </p:spPr>
      </p:pic>
      <p:pic>
        <p:nvPicPr>
          <p:cNvPr id="27" name="object 27"/>
          <p:cNvPicPr/>
          <p:nvPr/>
        </p:nvPicPr>
        <p:blipFill>
          <a:blip r:embed="rId2" cstate="print"/>
          <a:stretch>
            <a:fillRect/>
          </a:stretch>
        </p:blipFill>
        <p:spPr>
          <a:xfrm>
            <a:off x="16840804" y="2281301"/>
            <a:ext cx="109780" cy="109780"/>
          </a:xfrm>
          <a:prstGeom prst="rect">
            <a:avLst/>
          </a:prstGeom>
        </p:spPr>
      </p:pic>
      <p:pic>
        <p:nvPicPr>
          <p:cNvPr id="28" name="object 28"/>
          <p:cNvPicPr/>
          <p:nvPr/>
        </p:nvPicPr>
        <p:blipFill>
          <a:blip r:embed="rId3" cstate="print"/>
          <a:stretch>
            <a:fillRect/>
          </a:stretch>
        </p:blipFill>
        <p:spPr>
          <a:xfrm>
            <a:off x="16840804" y="1862148"/>
            <a:ext cx="109779" cy="109780"/>
          </a:xfrm>
          <a:prstGeom prst="rect">
            <a:avLst/>
          </a:prstGeom>
        </p:spPr>
      </p:pic>
      <p:pic>
        <p:nvPicPr>
          <p:cNvPr id="29" name="object 29"/>
          <p:cNvPicPr/>
          <p:nvPr/>
        </p:nvPicPr>
        <p:blipFill>
          <a:blip r:embed="rId3" cstate="print"/>
          <a:stretch>
            <a:fillRect/>
          </a:stretch>
        </p:blipFill>
        <p:spPr>
          <a:xfrm>
            <a:off x="16840804" y="1443033"/>
            <a:ext cx="109779" cy="109780"/>
          </a:xfrm>
          <a:prstGeom prst="rect">
            <a:avLst/>
          </a:prstGeom>
        </p:spPr>
      </p:pic>
      <p:pic>
        <p:nvPicPr>
          <p:cNvPr id="30" name="object 30"/>
          <p:cNvPicPr/>
          <p:nvPr/>
        </p:nvPicPr>
        <p:blipFill>
          <a:blip r:embed="rId15" cstate="print"/>
          <a:stretch>
            <a:fillRect/>
          </a:stretch>
        </p:blipFill>
        <p:spPr>
          <a:xfrm>
            <a:off x="16840804" y="1023906"/>
            <a:ext cx="109779" cy="109780"/>
          </a:xfrm>
          <a:prstGeom prst="rect">
            <a:avLst/>
          </a:prstGeom>
        </p:spPr>
      </p:pic>
      <p:pic>
        <p:nvPicPr>
          <p:cNvPr id="31" name="object 31"/>
          <p:cNvPicPr/>
          <p:nvPr/>
        </p:nvPicPr>
        <p:blipFill>
          <a:blip r:embed="rId16" cstate="print"/>
          <a:stretch>
            <a:fillRect/>
          </a:stretch>
        </p:blipFill>
        <p:spPr>
          <a:xfrm>
            <a:off x="16840803" y="604778"/>
            <a:ext cx="109780" cy="109780"/>
          </a:xfrm>
          <a:prstGeom prst="rect">
            <a:avLst/>
          </a:prstGeom>
        </p:spPr>
      </p:pic>
      <p:pic>
        <p:nvPicPr>
          <p:cNvPr id="32" name="object 32"/>
          <p:cNvPicPr/>
          <p:nvPr/>
        </p:nvPicPr>
        <p:blipFill>
          <a:blip r:embed="rId2" cstate="print"/>
          <a:stretch>
            <a:fillRect/>
          </a:stretch>
        </p:blipFill>
        <p:spPr>
          <a:xfrm>
            <a:off x="17202191" y="2700428"/>
            <a:ext cx="109780" cy="109780"/>
          </a:xfrm>
          <a:prstGeom prst="rect">
            <a:avLst/>
          </a:prstGeom>
        </p:spPr>
      </p:pic>
      <p:pic>
        <p:nvPicPr>
          <p:cNvPr id="33" name="object 33"/>
          <p:cNvPicPr/>
          <p:nvPr/>
        </p:nvPicPr>
        <p:blipFill>
          <a:blip r:embed="rId17" cstate="print"/>
          <a:stretch>
            <a:fillRect/>
          </a:stretch>
        </p:blipFill>
        <p:spPr>
          <a:xfrm>
            <a:off x="17202239" y="2281297"/>
            <a:ext cx="109782" cy="109783"/>
          </a:xfrm>
          <a:prstGeom prst="rect">
            <a:avLst/>
          </a:prstGeom>
        </p:spPr>
      </p:pic>
      <p:pic>
        <p:nvPicPr>
          <p:cNvPr id="34" name="object 34"/>
          <p:cNvPicPr/>
          <p:nvPr/>
        </p:nvPicPr>
        <p:blipFill>
          <a:blip r:embed="rId7" cstate="print"/>
          <a:stretch>
            <a:fillRect/>
          </a:stretch>
        </p:blipFill>
        <p:spPr>
          <a:xfrm>
            <a:off x="17202191" y="1862148"/>
            <a:ext cx="109780" cy="109780"/>
          </a:xfrm>
          <a:prstGeom prst="rect">
            <a:avLst/>
          </a:prstGeom>
        </p:spPr>
      </p:pic>
      <p:pic>
        <p:nvPicPr>
          <p:cNvPr id="35" name="object 35"/>
          <p:cNvPicPr/>
          <p:nvPr/>
        </p:nvPicPr>
        <p:blipFill>
          <a:blip r:embed="rId7" cstate="print"/>
          <a:stretch>
            <a:fillRect/>
          </a:stretch>
        </p:blipFill>
        <p:spPr>
          <a:xfrm>
            <a:off x="17202191" y="1443033"/>
            <a:ext cx="109780" cy="109780"/>
          </a:xfrm>
          <a:prstGeom prst="rect">
            <a:avLst/>
          </a:prstGeom>
        </p:spPr>
      </p:pic>
      <p:pic>
        <p:nvPicPr>
          <p:cNvPr id="36" name="object 36"/>
          <p:cNvPicPr/>
          <p:nvPr/>
        </p:nvPicPr>
        <p:blipFill>
          <a:blip r:embed="rId18" cstate="print"/>
          <a:stretch>
            <a:fillRect/>
          </a:stretch>
        </p:blipFill>
        <p:spPr>
          <a:xfrm>
            <a:off x="17202239" y="1023902"/>
            <a:ext cx="109782" cy="109784"/>
          </a:xfrm>
          <a:prstGeom prst="rect">
            <a:avLst/>
          </a:prstGeom>
        </p:spPr>
      </p:pic>
      <p:pic>
        <p:nvPicPr>
          <p:cNvPr id="37" name="object 37"/>
          <p:cNvPicPr/>
          <p:nvPr/>
        </p:nvPicPr>
        <p:blipFill>
          <a:blip r:embed="rId9" cstate="print"/>
          <a:stretch>
            <a:fillRect/>
          </a:stretch>
        </p:blipFill>
        <p:spPr>
          <a:xfrm>
            <a:off x="17202239" y="604775"/>
            <a:ext cx="109782" cy="109783"/>
          </a:xfrm>
          <a:prstGeom prst="rect">
            <a:avLst/>
          </a:prstGeom>
        </p:spPr>
      </p:pic>
      <p:pic>
        <p:nvPicPr>
          <p:cNvPr id="38" name="object 38"/>
          <p:cNvPicPr/>
          <p:nvPr/>
        </p:nvPicPr>
        <p:blipFill>
          <a:blip r:embed="rId19" cstate="print"/>
          <a:stretch>
            <a:fillRect/>
          </a:stretch>
        </p:blipFill>
        <p:spPr>
          <a:xfrm>
            <a:off x="17563566" y="2700429"/>
            <a:ext cx="109780" cy="109779"/>
          </a:xfrm>
          <a:prstGeom prst="rect">
            <a:avLst/>
          </a:prstGeom>
        </p:spPr>
      </p:pic>
      <p:pic>
        <p:nvPicPr>
          <p:cNvPr id="39" name="object 39"/>
          <p:cNvPicPr/>
          <p:nvPr/>
        </p:nvPicPr>
        <p:blipFill>
          <a:blip r:embed="rId20" cstate="print"/>
          <a:stretch>
            <a:fillRect/>
          </a:stretch>
        </p:blipFill>
        <p:spPr>
          <a:xfrm>
            <a:off x="17563566" y="2281301"/>
            <a:ext cx="109780" cy="109780"/>
          </a:xfrm>
          <a:prstGeom prst="rect">
            <a:avLst/>
          </a:prstGeom>
        </p:spPr>
      </p:pic>
      <p:pic>
        <p:nvPicPr>
          <p:cNvPr id="40" name="object 40"/>
          <p:cNvPicPr/>
          <p:nvPr/>
        </p:nvPicPr>
        <p:blipFill>
          <a:blip r:embed="rId12" cstate="print"/>
          <a:stretch>
            <a:fillRect/>
          </a:stretch>
        </p:blipFill>
        <p:spPr>
          <a:xfrm>
            <a:off x="17563568" y="1862149"/>
            <a:ext cx="109779" cy="109778"/>
          </a:xfrm>
          <a:prstGeom prst="rect">
            <a:avLst/>
          </a:prstGeom>
        </p:spPr>
      </p:pic>
      <p:pic>
        <p:nvPicPr>
          <p:cNvPr id="41" name="object 41"/>
          <p:cNvPicPr/>
          <p:nvPr/>
        </p:nvPicPr>
        <p:blipFill>
          <a:blip r:embed="rId12" cstate="print"/>
          <a:stretch>
            <a:fillRect/>
          </a:stretch>
        </p:blipFill>
        <p:spPr>
          <a:xfrm>
            <a:off x="17563568" y="1443034"/>
            <a:ext cx="109779" cy="109779"/>
          </a:xfrm>
          <a:prstGeom prst="rect">
            <a:avLst/>
          </a:prstGeom>
        </p:spPr>
      </p:pic>
      <p:pic>
        <p:nvPicPr>
          <p:cNvPr id="42" name="object 42"/>
          <p:cNvPicPr/>
          <p:nvPr/>
        </p:nvPicPr>
        <p:blipFill>
          <a:blip r:embed="rId12" cstate="print"/>
          <a:stretch>
            <a:fillRect/>
          </a:stretch>
        </p:blipFill>
        <p:spPr>
          <a:xfrm>
            <a:off x="17563568" y="1023906"/>
            <a:ext cx="109779" cy="109779"/>
          </a:xfrm>
          <a:prstGeom prst="rect">
            <a:avLst/>
          </a:prstGeom>
        </p:spPr>
      </p:pic>
      <p:pic>
        <p:nvPicPr>
          <p:cNvPr id="43" name="object 43"/>
          <p:cNvPicPr/>
          <p:nvPr/>
        </p:nvPicPr>
        <p:blipFill>
          <a:blip r:embed="rId21" cstate="print"/>
          <a:stretch>
            <a:fillRect/>
          </a:stretch>
        </p:blipFill>
        <p:spPr>
          <a:xfrm>
            <a:off x="17563566" y="604779"/>
            <a:ext cx="109781" cy="109780"/>
          </a:xfrm>
          <a:prstGeom prst="rect">
            <a:avLst/>
          </a:prstGeom>
        </p:spPr>
      </p:pic>
      <p:sp>
        <p:nvSpPr>
          <p:cNvPr id="44" name="object 44"/>
          <p:cNvSpPr txBox="1">
            <a:spLocks noGrp="1"/>
          </p:cNvSpPr>
          <p:nvPr>
            <p:ph type="title"/>
          </p:nvPr>
        </p:nvSpPr>
        <p:spPr>
          <a:prstGeom prst="rect">
            <a:avLst/>
          </a:prstGeom>
        </p:spPr>
        <p:txBody>
          <a:bodyPr vert="horz" wrap="square" lIns="0" tIns="500532" rIns="0" bIns="0" rtlCol="0">
            <a:spAutoFit/>
          </a:bodyPr>
          <a:lstStyle/>
          <a:p>
            <a:pPr marL="2608580">
              <a:lnSpc>
                <a:spcPct val="100000"/>
              </a:lnSpc>
              <a:spcBef>
                <a:spcPts val="100"/>
              </a:spcBef>
            </a:pPr>
            <a:r>
              <a:rPr spc="130" dirty="0"/>
              <a:t>CHALLENGES</a:t>
            </a:r>
            <a:endParaRPr spc="130" dirty="0"/>
          </a:p>
        </p:txBody>
      </p:sp>
      <p:pic>
        <p:nvPicPr>
          <p:cNvPr id="45" name="object 45"/>
          <p:cNvPicPr/>
          <p:nvPr/>
        </p:nvPicPr>
        <p:blipFill>
          <a:blip r:embed="rId22" cstate="print"/>
          <a:stretch>
            <a:fillRect/>
          </a:stretch>
        </p:blipFill>
        <p:spPr>
          <a:xfrm>
            <a:off x="1926358" y="44786"/>
            <a:ext cx="2162174" cy="2162174"/>
          </a:xfrm>
          <a:prstGeom prst="rect">
            <a:avLst/>
          </a:prstGeom>
        </p:spPr>
      </p:pic>
      <p:pic>
        <p:nvPicPr>
          <p:cNvPr id="46" name="object 46"/>
          <p:cNvPicPr/>
          <p:nvPr/>
        </p:nvPicPr>
        <p:blipFill>
          <a:blip r:embed="rId23" cstate="print"/>
          <a:stretch>
            <a:fillRect/>
          </a:stretch>
        </p:blipFill>
        <p:spPr>
          <a:xfrm>
            <a:off x="13974985" y="0"/>
            <a:ext cx="2867024" cy="2560650"/>
          </a:xfrm>
          <a:prstGeom prst="rect">
            <a:avLst/>
          </a:prstGeom>
        </p:spPr>
      </p:pic>
      <p:sp>
        <p:nvSpPr>
          <p:cNvPr id="48" name="TextBox 47"/>
          <p:cNvSpPr txBox="1"/>
          <p:nvPr/>
        </p:nvSpPr>
        <p:spPr>
          <a:xfrm>
            <a:off x="3962400" y="4381500"/>
            <a:ext cx="9144000" cy="2554545"/>
          </a:xfrm>
          <a:prstGeom prst="rect">
            <a:avLst/>
          </a:prstGeom>
          <a:noFill/>
        </p:spPr>
        <p:txBody>
          <a:bodyPr wrap="square">
            <a:spAutoFit/>
          </a:bodyPr>
          <a:lstStyle/>
          <a:p>
            <a:pPr marL="571500" indent="-571500">
              <a:buFont typeface="Wingdings" panose="05000000000000000000" pitchFamily="2" charset="2"/>
              <a:buChar char="Ø"/>
            </a:pPr>
            <a:r>
              <a:rPr lang="en-US" sz="4000" b="1" dirty="0">
                <a:solidFill>
                  <a:schemeClr val="accent2">
                    <a:lumMod val="75000"/>
                  </a:schemeClr>
                </a:solidFill>
              </a:rPr>
              <a:t>Collecting accurate data</a:t>
            </a:r>
            <a:endParaRPr lang="en-US" sz="4000" b="1" dirty="0">
              <a:solidFill>
                <a:schemeClr val="accent2">
                  <a:lumMod val="75000"/>
                </a:schemeClr>
              </a:solidFill>
            </a:endParaRPr>
          </a:p>
          <a:p>
            <a:pPr marL="571500" indent="-571500">
              <a:buFont typeface="Wingdings" panose="05000000000000000000" pitchFamily="2" charset="2"/>
              <a:buChar char="Ø"/>
            </a:pPr>
            <a:r>
              <a:rPr lang="en-US" sz="4000" b="1" dirty="0">
                <a:solidFill>
                  <a:schemeClr val="accent2">
                    <a:lumMod val="75000"/>
                  </a:schemeClr>
                </a:solidFill>
              </a:rPr>
              <a:t>Data cleaning and preprocessing</a:t>
            </a:r>
            <a:endParaRPr lang="en-US" sz="4000" b="1" dirty="0">
              <a:solidFill>
                <a:schemeClr val="accent2">
                  <a:lumMod val="75000"/>
                </a:schemeClr>
              </a:solidFill>
            </a:endParaRPr>
          </a:p>
          <a:p>
            <a:pPr marL="571500" indent="-571500">
              <a:buFont typeface="Wingdings" panose="05000000000000000000" pitchFamily="2" charset="2"/>
              <a:buChar char="Ø"/>
            </a:pPr>
            <a:r>
              <a:rPr lang="en-US" sz="4000" b="1" dirty="0">
                <a:solidFill>
                  <a:schemeClr val="accent2">
                    <a:lumMod val="75000"/>
                  </a:schemeClr>
                </a:solidFill>
              </a:rPr>
              <a:t>Handling missing values</a:t>
            </a:r>
            <a:endParaRPr lang="en-US" sz="4000" b="1" dirty="0">
              <a:solidFill>
                <a:schemeClr val="accent2">
                  <a:lumMod val="75000"/>
                </a:schemeClr>
              </a:solidFill>
            </a:endParaRPr>
          </a:p>
          <a:p>
            <a:pPr marL="571500" indent="-571500">
              <a:buFont typeface="Wingdings" panose="05000000000000000000" pitchFamily="2" charset="2"/>
              <a:buChar char="Ø"/>
            </a:pPr>
            <a:r>
              <a:rPr lang="en-US" sz="4000" b="1" dirty="0">
                <a:solidFill>
                  <a:schemeClr val="accent2">
                    <a:lumMod val="75000"/>
                  </a:schemeClr>
                </a:solidFill>
              </a:rPr>
              <a:t>Interpreting complex patterns</a:t>
            </a:r>
            <a:endParaRPr lang="en-IN" sz="4000" b="1" dirty="0">
              <a:solidFill>
                <a:schemeClr val="accent2">
                  <a:lumMod val="75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3029585" cy="3029585"/>
            <a:chOff x="0" y="0"/>
            <a:chExt cx="3029585" cy="3029585"/>
          </a:xfrm>
        </p:grpSpPr>
        <p:sp>
          <p:nvSpPr>
            <p:cNvPr id="3" name="object 3"/>
            <p:cNvSpPr/>
            <p:nvPr/>
          </p:nvSpPr>
          <p:spPr>
            <a:xfrm>
              <a:off x="0" y="0"/>
              <a:ext cx="3029585" cy="3029585"/>
            </a:xfrm>
            <a:custGeom>
              <a:avLst/>
              <a:gdLst/>
              <a:ahLst/>
              <a:cxnLst/>
              <a:rect l="l" t="t" r="r" b="b"/>
              <a:pathLst>
                <a:path w="3029585" h="3029585">
                  <a:moveTo>
                    <a:pt x="3029342" y="0"/>
                  </a:moveTo>
                  <a:lnTo>
                    <a:pt x="0" y="0"/>
                  </a:lnTo>
                  <a:lnTo>
                    <a:pt x="0" y="3029342"/>
                  </a:lnTo>
                  <a:lnTo>
                    <a:pt x="3029342" y="0"/>
                  </a:lnTo>
                  <a:close/>
                </a:path>
              </a:pathLst>
            </a:custGeom>
            <a:solidFill>
              <a:srgbClr val="FFC62F"/>
            </a:solidFill>
          </p:spPr>
          <p:txBody>
            <a:bodyPr wrap="square" lIns="0" tIns="0" rIns="0" bIns="0" rtlCol="0"/>
            <a:lstStyle/>
            <a:p/>
          </p:txBody>
        </p:sp>
        <p:sp>
          <p:nvSpPr>
            <p:cNvPr id="4" name="object 4"/>
            <p:cNvSpPr/>
            <p:nvPr/>
          </p:nvSpPr>
          <p:spPr>
            <a:xfrm>
              <a:off x="0" y="0"/>
              <a:ext cx="1749425" cy="1749425"/>
            </a:xfrm>
            <a:custGeom>
              <a:avLst/>
              <a:gdLst/>
              <a:ahLst/>
              <a:cxnLst/>
              <a:rect l="l" t="t" r="r" b="b"/>
              <a:pathLst>
                <a:path w="1749425" h="1749425">
                  <a:moveTo>
                    <a:pt x="1748991" y="0"/>
                  </a:moveTo>
                  <a:lnTo>
                    <a:pt x="0" y="0"/>
                  </a:lnTo>
                  <a:lnTo>
                    <a:pt x="0" y="1748991"/>
                  </a:lnTo>
                  <a:lnTo>
                    <a:pt x="1748991" y="0"/>
                  </a:lnTo>
                  <a:close/>
                </a:path>
              </a:pathLst>
            </a:custGeom>
            <a:solidFill>
              <a:srgbClr val="002972"/>
            </a:solidFill>
          </p:spPr>
          <p:txBody>
            <a:bodyPr wrap="square" lIns="0" tIns="0" rIns="0" bIns="0" rtlCol="0"/>
            <a:lstStyle/>
            <a:p/>
          </p:txBody>
        </p:sp>
      </p:grpSp>
      <p:grpSp>
        <p:nvGrpSpPr>
          <p:cNvPr id="5" name="object 5"/>
          <p:cNvGrpSpPr/>
          <p:nvPr/>
        </p:nvGrpSpPr>
        <p:grpSpPr>
          <a:xfrm>
            <a:off x="15324990" y="7323990"/>
            <a:ext cx="2963545" cy="2963545"/>
            <a:chOff x="15324990" y="7323990"/>
            <a:chExt cx="2963545" cy="2963545"/>
          </a:xfrm>
        </p:grpSpPr>
        <p:sp>
          <p:nvSpPr>
            <p:cNvPr id="6" name="object 6"/>
            <p:cNvSpPr/>
            <p:nvPr/>
          </p:nvSpPr>
          <p:spPr>
            <a:xfrm>
              <a:off x="15324990" y="7323990"/>
              <a:ext cx="2963545" cy="2963545"/>
            </a:xfrm>
            <a:custGeom>
              <a:avLst/>
              <a:gdLst/>
              <a:ahLst/>
              <a:cxnLst/>
              <a:rect l="l" t="t" r="r" b="b"/>
              <a:pathLst>
                <a:path w="2963544" h="2963545">
                  <a:moveTo>
                    <a:pt x="0" y="2963009"/>
                  </a:moveTo>
                  <a:lnTo>
                    <a:pt x="2963009" y="2963009"/>
                  </a:lnTo>
                  <a:lnTo>
                    <a:pt x="2963009" y="0"/>
                  </a:lnTo>
                  <a:lnTo>
                    <a:pt x="0" y="2963009"/>
                  </a:lnTo>
                  <a:close/>
                </a:path>
              </a:pathLst>
            </a:custGeom>
            <a:solidFill>
              <a:srgbClr val="FFC62F"/>
            </a:solidFill>
          </p:spPr>
          <p:txBody>
            <a:bodyPr wrap="square" lIns="0" tIns="0" rIns="0" bIns="0" rtlCol="0"/>
            <a:lstStyle/>
            <a:p/>
          </p:txBody>
        </p:sp>
        <p:sp>
          <p:nvSpPr>
            <p:cNvPr id="7" name="object 7"/>
            <p:cNvSpPr/>
            <p:nvPr/>
          </p:nvSpPr>
          <p:spPr>
            <a:xfrm>
              <a:off x="16605340" y="8604341"/>
              <a:ext cx="1682750" cy="1682750"/>
            </a:xfrm>
            <a:custGeom>
              <a:avLst/>
              <a:gdLst/>
              <a:ahLst/>
              <a:cxnLst/>
              <a:rect l="l" t="t" r="r" b="b"/>
              <a:pathLst>
                <a:path w="1682750" h="1682750">
                  <a:moveTo>
                    <a:pt x="0" y="1682658"/>
                  </a:moveTo>
                  <a:lnTo>
                    <a:pt x="1682658" y="1682658"/>
                  </a:lnTo>
                  <a:lnTo>
                    <a:pt x="1682658" y="0"/>
                  </a:lnTo>
                  <a:lnTo>
                    <a:pt x="0" y="1682658"/>
                  </a:lnTo>
                  <a:close/>
                </a:path>
              </a:pathLst>
            </a:custGeom>
            <a:solidFill>
              <a:srgbClr val="002972"/>
            </a:solidFill>
          </p:spPr>
          <p:txBody>
            <a:bodyPr wrap="square" lIns="0" tIns="0" rIns="0" bIns="0" rtlCol="0"/>
            <a:lstStyle/>
            <a:p/>
          </p:txBody>
        </p:sp>
      </p:grpSp>
      <p:pic>
        <p:nvPicPr>
          <p:cNvPr id="8" name="object 8"/>
          <p:cNvPicPr/>
          <p:nvPr/>
        </p:nvPicPr>
        <p:blipFill>
          <a:blip r:embed="rId1" cstate="print"/>
          <a:stretch>
            <a:fillRect/>
          </a:stretch>
        </p:blipFill>
        <p:spPr>
          <a:xfrm>
            <a:off x="610204" y="9567953"/>
            <a:ext cx="109780" cy="109780"/>
          </a:xfrm>
          <a:prstGeom prst="rect">
            <a:avLst/>
          </a:prstGeom>
        </p:spPr>
      </p:pic>
      <p:pic>
        <p:nvPicPr>
          <p:cNvPr id="9" name="object 9"/>
          <p:cNvPicPr/>
          <p:nvPr/>
        </p:nvPicPr>
        <p:blipFill>
          <a:blip r:embed="rId2" cstate="print"/>
          <a:stretch>
            <a:fillRect/>
          </a:stretch>
        </p:blipFill>
        <p:spPr>
          <a:xfrm>
            <a:off x="610204" y="9148825"/>
            <a:ext cx="109780" cy="109780"/>
          </a:xfrm>
          <a:prstGeom prst="rect">
            <a:avLst/>
          </a:prstGeom>
        </p:spPr>
      </p:pic>
      <p:pic>
        <p:nvPicPr>
          <p:cNvPr id="10" name="object 10"/>
          <p:cNvPicPr/>
          <p:nvPr/>
        </p:nvPicPr>
        <p:blipFill>
          <a:blip r:embed="rId3" cstate="print"/>
          <a:stretch>
            <a:fillRect/>
          </a:stretch>
        </p:blipFill>
        <p:spPr>
          <a:xfrm>
            <a:off x="610205" y="8729673"/>
            <a:ext cx="109779" cy="109780"/>
          </a:xfrm>
          <a:prstGeom prst="rect">
            <a:avLst/>
          </a:prstGeom>
        </p:spPr>
      </p:pic>
      <p:pic>
        <p:nvPicPr>
          <p:cNvPr id="11" name="object 11"/>
          <p:cNvPicPr/>
          <p:nvPr/>
        </p:nvPicPr>
        <p:blipFill>
          <a:blip r:embed="rId3" cstate="print"/>
          <a:stretch>
            <a:fillRect/>
          </a:stretch>
        </p:blipFill>
        <p:spPr>
          <a:xfrm>
            <a:off x="610205" y="8310558"/>
            <a:ext cx="109779" cy="109780"/>
          </a:xfrm>
          <a:prstGeom prst="rect">
            <a:avLst/>
          </a:prstGeom>
        </p:spPr>
      </p:pic>
      <p:pic>
        <p:nvPicPr>
          <p:cNvPr id="12" name="object 12"/>
          <p:cNvPicPr/>
          <p:nvPr/>
        </p:nvPicPr>
        <p:blipFill>
          <a:blip r:embed="rId3" cstate="print"/>
          <a:stretch>
            <a:fillRect/>
          </a:stretch>
        </p:blipFill>
        <p:spPr>
          <a:xfrm>
            <a:off x="610205" y="7891430"/>
            <a:ext cx="109779" cy="109780"/>
          </a:xfrm>
          <a:prstGeom prst="rect">
            <a:avLst/>
          </a:prstGeom>
        </p:spPr>
      </p:pic>
      <p:pic>
        <p:nvPicPr>
          <p:cNvPr id="13" name="object 13"/>
          <p:cNvPicPr/>
          <p:nvPr/>
        </p:nvPicPr>
        <p:blipFill>
          <a:blip r:embed="rId4" cstate="print"/>
          <a:stretch>
            <a:fillRect/>
          </a:stretch>
        </p:blipFill>
        <p:spPr>
          <a:xfrm>
            <a:off x="610203" y="7472302"/>
            <a:ext cx="109780" cy="109780"/>
          </a:xfrm>
          <a:prstGeom prst="rect">
            <a:avLst/>
          </a:prstGeom>
        </p:spPr>
      </p:pic>
      <p:pic>
        <p:nvPicPr>
          <p:cNvPr id="14" name="object 14"/>
          <p:cNvPicPr/>
          <p:nvPr/>
        </p:nvPicPr>
        <p:blipFill>
          <a:blip r:embed="rId5" cstate="print"/>
          <a:stretch>
            <a:fillRect/>
          </a:stretch>
        </p:blipFill>
        <p:spPr>
          <a:xfrm>
            <a:off x="971592" y="9567953"/>
            <a:ext cx="109780" cy="109780"/>
          </a:xfrm>
          <a:prstGeom prst="rect">
            <a:avLst/>
          </a:prstGeom>
        </p:spPr>
      </p:pic>
      <p:pic>
        <p:nvPicPr>
          <p:cNvPr id="15" name="object 15"/>
          <p:cNvPicPr/>
          <p:nvPr/>
        </p:nvPicPr>
        <p:blipFill>
          <a:blip r:embed="rId6" cstate="print"/>
          <a:stretch>
            <a:fillRect/>
          </a:stretch>
        </p:blipFill>
        <p:spPr>
          <a:xfrm>
            <a:off x="971641" y="9148822"/>
            <a:ext cx="109782" cy="109783"/>
          </a:xfrm>
          <a:prstGeom prst="rect">
            <a:avLst/>
          </a:prstGeom>
        </p:spPr>
      </p:pic>
      <p:pic>
        <p:nvPicPr>
          <p:cNvPr id="16" name="object 16"/>
          <p:cNvPicPr/>
          <p:nvPr/>
        </p:nvPicPr>
        <p:blipFill>
          <a:blip r:embed="rId7" cstate="print"/>
          <a:stretch>
            <a:fillRect/>
          </a:stretch>
        </p:blipFill>
        <p:spPr>
          <a:xfrm>
            <a:off x="971592" y="8729673"/>
            <a:ext cx="109780" cy="109780"/>
          </a:xfrm>
          <a:prstGeom prst="rect">
            <a:avLst/>
          </a:prstGeom>
        </p:spPr>
      </p:pic>
      <p:pic>
        <p:nvPicPr>
          <p:cNvPr id="17" name="object 17"/>
          <p:cNvPicPr/>
          <p:nvPr/>
        </p:nvPicPr>
        <p:blipFill>
          <a:blip r:embed="rId7" cstate="print"/>
          <a:stretch>
            <a:fillRect/>
          </a:stretch>
        </p:blipFill>
        <p:spPr>
          <a:xfrm>
            <a:off x="971592" y="8310558"/>
            <a:ext cx="109780" cy="109780"/>
          </a:xfrm>
          <a:prstGeom prst="rect">
            <a:avLst/>
          </a:prstGeom>
        </p:spPr>
      </p:pic>
      <p:pic>
        <p:nvPicPr>
          <p:cNvPr id="18" name="object 18"/>
          <p:cNvPicPr/>
          <p:nvPr/>
        </p:nvPicPr>
        <p:blipFill>
          <a:blip r:embed="rId8" cstate="print"/>
          <a:stretch>
            <a:fillRect/>
          </a:stretch>
        </p:blipFill>
        <p:spPr>
          <a:xfrm>
            <a:off x="971641" y="7891427"/>
            <a:ext cx="109782" cy="109784"/>
          </a:xfrm>
          <a:prstGeom prst="rect">
            <a:avLst/>
          </a:prstGeom>
        </p:spPr>
      </p:pic>
      <p:pic>
        <p:nvPicPr>
          <p:cNvPr id="19" name="object 19"/>
          <p:cNvPicPr/>
          <p:nvPr/>
        </p:nvPicPr>
        <p:blipFill>
          <a:blip r:embed="rId9" cstate="print"/>
          <a:stretch>
            <a:fillRect/>
          </a:stretch>
        </p:blipFill>
        <p:spPr>
          <a:xfrm>
            <a:off x="971640" y="7472299"/>
            <a:ext cx="109782" cy="109783"/>
          </a:xfrm>
          <a:prstGeom prst="rect">
            <a:avLst/>
          </a:prstGeom>
        </p:spPr>
      </p:pic>
      <p:pic>
        <p:nvPicPr>
          <p:cNvPr id="20" name="object 20"/>
          <p:cNvPicPr/>
          <p:nvPr/>
        </p:nvPicPr>
        <p:blipFill>
          <a:blip r:embed="rId10" cstate="print"/>
          <a:stretch>
            <a:fillRect/>
          </a:stretch>
        </p:blipFill>
        <p:spPr>
          <a:xfrm>
            <a:off x="1332967" y="9567953"/>
            <a:ext cx="109780" cy="109779"/>
          </a:xfrm>
          <a:prstGeom prst="rect">
            <a:avLst/>
          </a:prstGeom>
        </p:spPr>
      </p:pic>
      <p:pic>
        <p:nvPicPr>
          <p:cNvPr id="21" name="object 21"/>
          <p:cNvPicPr/>
          <p:nvPr/>
        </p:nvPicPr>
        <p:blipFill>
          <a:blip r:embed="rId11" cstate="print"/>
          <a:stretch>
            <a:fillRect/>
          </a:stretch>
        </p:blipFill>
        <p:spPr>
          <a:xfrm>
            <a:off x="1332967" y="9148825"/>
            <a:ext cx="109780" cy="109780"/>
          </a:xfrm>
          <a:prstGeom prst="rect">
            <a:avLst/>
          </a:prstGeom>
        </p:spPr>
      </p:pic>
      <p:pic>
        <p:nvPicPr>
          <p:cNvPr id="22" name="object 22"/>
          <p:cNvPicPr/>
          <p:nvPr/>
        </p:nvPicPr>
        <p:blipFill>
          <a:blip r:embed="rId12" cstate="print"/>
          <a:stretch>
            <a:fillRect/>
          </a:stretch>
        </p:blipFill>
        <p:spPr>
          <a:xfrm>
            <a:off x="1332968" y="8729674"/>
            <a:ext cx="109779" cy="109778"/>
          </a:xfrm>
          <a:prstGeom prst="rect">
            <a:avLst/>
          </a:prstGeom>
        </p:spPr>
      </p:pic>
      <p:pic>
        <p:nvPicPr>
          <p:cNvPr id="23" name="object 23"/>
          <p:cNvPicPr/>
          <p:nvPr/>
        </p:nvPicPr>
        <p:blipFill>
          <a:blip r:embed="rId12" cstate="print"/>
          <a:stretch>
            <a:fillRect/>
          </a:stretch>
        </p:blipFill>
        <p:spPr>
          <a:xfrm>
            <a:off x="1332968" y="8310558"/>
            <a:ext cx="109779" cy="109779"/>
          </a:xfrm>
          <a:prstGeom prst="rect">
            <a:avLst/>
          </a:prstGeom>
        </p:spPr>
      </p:pic>
      <p:pic>
        <p:nvPicPr>
          <p:cNvPr id="24" name="object 24"/>
          <p:cNvPicPr/>
          <p:nvPr/>
        </p:nvPicPr>
        <p:blipFill>
          <a:blip r:embed="rId12" cstate="print"/>
          <a:stretch>
            <a:fillRect/>
          </a:stretch>
        </p:blipFill>
        <p:spPr>
          <a:xfrm>
            <a:off x="1332968" y="7891431"/>
            <a:ext cx="109779" cy="109779"/>
          </a:xfrm>
          <a:prstGeom prst="rect">
            <a:avLst/>
          </a:prstGeom>
        </p:spPr>
      </p:pic>
      <p:pic>
        <p:nvPicPr>
          <p:cNvPr id="25" name="object 25"/>
          <p:cNvPicPr/>
          <p:nvPr/>
        </p:nvPicPr>
        <p:blipFill>
          <a:blip r:embed="rId13" cstate="print"/>
          <a:stretch>
            <a:fillRect/>
          </a:stretch>
        </p:blipFill>
        <p:spPr>
          <a:xfrm>
            <a:off x="1332967" y="7472303"/>
            <a:ext cx="109781" cy="109780"/>
          </a:xfrm>
          <a:prstGeom prst="rect">
            <a:avLst/>
          </a:prstGeom>
        </p:spPr>
      </p:pic>
      <p:pic>
        <p:nvPicPr>
          <p:cNvPr id="26" name="object 26"/>
          <p:cNvPicPr/>
          <p:nvPr/>
        </p:nvPicPr>
        <p:blipFill>
          <a:blip r:embed="rId14" cstate="print"/>
          <a:stretch>
            <a:fillRect/>
          </a:stretch>
        </p:blipFill>
        <p:spPr>
          <a:xfrm>
            <a:off x="16840804" y="2700428"/>
            <a:ext cx="109780" cy="109780"/>
          </a:xfrm>
          <a:prstGeom prst="rect">
            <a:avLst/>
          </a:prstGeom>
        </p:spPr>
      </p:pic>
      <p:pic>
        <p:nvPicPr>
          <p:cNvPr id="27" name="object 27"/>
          <p:cNvPicPr/>
          <p:nvPr/>
        </p:nvPicPr>
        <p:blipFill>
          <a:blip r:embed="rId2" cstate="print"/>
          <a:stretch>
            <a:fillRect/>
          </a:stretch>
        </p:blipFill>
        <p:spPr>
          <a:xfrm>
            <a:off x="16840804" y="2281301"/>
            <a:ext cx="109780" cy="109780"/>
          </a:xfrm>
          <a:prstGeom prst="rect">
            <a:avLst/>
          </a:prstGeom>
        </p:spPr>
      </p:pic>
      <p:pic>
        <p:nvPicPr>
          <p:cNvPr id="28" name="object 28"/>
          <p:cNvPicPr/>
          <p:nvPr/>
        </p:nvPicPr>
        <p:blipFill>
          <a:blip r:embed="rId3" cstate="print"/>
          <a:stretch>
            <a:fillRect/>
          </a:stretch>
        </p:blipFill>
        <p:spPr>
          <a:xfrm>
            <a:off x="16840804" y="1862148"/>
            <a:ext cx="109779" cy="109780"/>
          </a:xfrm>
          <a:prstGeom prst="rect">
            <a:avLst/>
          </a:prstGeom>
        </p:spPr>
      </p:pic>
      <p:pic>
        <p:nvPicPr>
          <p:cNvPr id="29" name="object 29"/>
          <p:cNvPicPr/>
          <p:nvPr/>
        </p:nvPicPr>
        <p:blipFill>
          <a:blip r:embed="rId3" cstate="print"/>
          <a:stretch>
            <a:fillRect/>
          </a:stretch>
        </p:blipFill>
        <p:spPr>
          <a:xfrm>
            <a:off x="16840804" y="1443033"/>
            <a:ext cx="109779" cy="109780"/>
          </a:xfrm>
          <a:prstGeom prst="rect">
            <a:avLst/>
          </a:prstGeom>
        </p:spPr>
      </p:pic>
      <p:pic>
        <p:nvPicPr>
          <p:cNvPr id="30" name="object 30"/>
          <p:cNvPicPr/>
          <p:nvPr/>
        </p:nvPicPr>
        <p:blipFill>
          <a:blip r:embed="rId15" cstate="print"/>
          <a:stretch>
            <a:fillRect/>
          </a:stretch>
        </p:blipFill>
        <p:spPr>
          <a:xfrm>
            <a:off x="16840804" y="1023906"/>
            <a:ext cx="109779" cy="109780"/>
          </a:xfrm>
          <a:prstGeom prst="rect">
            <a:avLst/>
          </a:prstGeom>
        </p:spPr>
      </p:pic>
      <p:pic>
        <p:nvPicPr>
          <p:cNvPr id="31" name="object 31"/>
          <p:cNvPicPr/>
          <p:nvPr/>
        </p:nvPicPr>
        <p:blipFill>
          <a:blip r:embed="rId16" cstate="print"/>
          <a:stretch>
            <a:fillRect/>
          </a:stretch>
        </p:blipFill>
        <p:spPr>
          <a:xfrm>
            <a:off x="16840803" y="604778"/>
            <a:ext cx="109780" cy="109780"/>
          </a:xfrm>
          <a:prstGeom prst="rect">
            <a:avLst/>
          </a:prstGeom>
        </p:spPr>
      </p:pic>
      <p:pic>
        <p:nvPicPr>
          <p:cNvPr id="32" name="object 32"/>
          <p:cNvPicPr/>
          <p:nvPr/>
        </p:nvPicPr>
        <p:blipFill>
          <a:blip r:embed="rId2" cstate="print"/>
          <a:stretch>
            <a:fillRect/>
          </a:stretch>
        </p:blipFill>
        <p:spPr>
          <a:xfrm>
            <a:off x="17202191" y="2700428"/>
            <a:ext cx="109780" cy="109780"/>
          </a:xfrm>
          <a:prstGeom prst="rect">
            <a:avLst/>
          </a:prstGeom>
        </p:spPr>
      </p:pic>
      <p:pic>
        <p:nvPicPr>
          <p:cNvPr id="33" name="object 33"/>
          <p:cNvPicPr/>
          <p:nvPr/>
        </p:nvPicPr>
        <p:blipFill>
          <a:blip r:embed="rId17" cstate="print"/>
          <a:stretch>
            <a:fillRect/>
          </a:stretch>
        </p:blipFill>
        <p:spPr>
          <a:xfrm>
            <a:off x="17202239" y="2281297"/>
            <a:ext cx="109782" cy="109783"/>
          </a:xfrm>
          <a:prstGeom prst="rect">
            <a:avLst/>
          </a:prstGeom>
        </p:spPr>
      </p:pic>
      <p:pic>
        <p:nvPicPr>
          <p:cNvPr id="34" name="object 34"/>
          <p:cNvPicPr/>
          <p:nvPr/>
        </p:nvPicPr>
        <p:blipFill>
          <a:blip r:embed="rId7" cstate="print"/>
          <a:stretch>
            <a:fillRect/>
          </a:stretch>
        </p:blipFill>
        <p:spPr>
          <a:xfrm>
            <a:off x="17202191" y="1862148"/>
            <a:ext cx="109780" cy="109780"/>
          </a:xfrm>
          <a:prstGeom prst="rect">
            <a:avLst/>
          </a:prstGeom>
        </p:spPr>
      </p:pic>
      <p:pic>
        <p:nvPicPr>
          <p:cNvPr id="35" name="object 35"/>
          <p:cNvPicPr/>
          <p:nvPr/>
        </p:nvPicPr>
        <p:blipFill>
          <a:blip r:embed="rId7" cstate="print"/>
          <a:stretch>
            <a:fillRect/>
          </a:stretch>
        </p:blipFill>
        <p:spPr>
          <a:xfrm>
            <a:off x="17202191" y="1443033"/>
            <a:ext cx="109780" cy="109780"/>
          </a:xfrm>
          <a:prstGeom prst="rect">
            <a:avLst/>
          </a:prstGeom>
        </p:spPr>
      </p:pic>
      <p:pic>
        <p:nvPicPr>
          <p:cNvPr id="36" name="object 36"/>
          <p:cNvPicPr/>
          <p:nvPr/>
        </p:nvPicPr>
        <p:blipFill>
          <a:blip r:embed="rId18" cstate="print"/>
          <a:stretch>
            <a:fillRect/>
          </a:stretch>
        </p:blipFill>
        <p:spPr>
          <a:xfrm>
            <a:off x="17202239" y="1023902"/>
            <a:ext cx="109782" cy="109784"/>
          </a:xfrm>
          <a:prstGeom prst="rect">
            <a:avLst/>
          </a:prstGeom>
        </p:spPr>
      </p:pic>
      <p:pic>
        <p:nvPicPr>
          <p:cNvPr id="37" name="object 37"/>
          <p:cNvPicPr/>
          <p:nvPr/>
        </p:nvPicPr>
        <p:blipFill>
          <a:blip r:embed="rId9" cstate="print"/>
          <a:stretch>
            <a:fillRect/>
          </a:stretch>
        </p:blipFill>
        <p:spPr>
          <a:xfrm>
            <a:off x="17202239" y="604775"/>
            <a:ext cx="109782" cy="109783"/>
          </a:xfrm>
          <a:prstGeom prst="rect">
            <a:avLst/>
          </a:prstGeom>
        </p:spPr>
      </p:pic>
      <p:pic>
        <p:nvPicPr>
          <p:cNvPr id="38" name="object 38"/>
          <p:cNvPicPr/>
          <p:nvPr/>
        </p:nvPicPr>
        <p:blipFill>
          <a:blip r:embed="rId19" cstate="print"/>
          <a:stretch>
            <a:fillRect/>
          </a:stretch>
        </p:blipFill>
        <p:spPr>
          <a:xfrm>
            <a:off x="17563566" y="2700429"/>
            <a:ext cx="109780" cy="109779"/>
          </a:xfrm>
          <a:prstGeom prst="rect">
            <a:avLst/>
          </a:prstGeom>
        </p:spPr>
      </p:pic>
      <p:pic>
        <p:nvPicPr>
          <p:cNvPr id="39" name="object 39"/>
          <p:cNvPicPr/>
          <p:nvPr/>
        </p:nvPicPr>
        <p:blipFill>
          <a:blip r:embed="rId20" cstate="print"/>
          <a:stretch>
            <a:fillRect/>
          </a:stretch>
        </p:blipFill>
        <p:spPr>
          <a:xfrm>
            <a:off x="17563566" y="2281301"/>
            <a:ext cx="109780" cy="109780"/>
          </a:xfrm>
          <a:prstGeom prst="rect">
            <a:avLst/>
          </a:prstGeom>
        </p:spPr>
      </p:pic>
      <p:pic>
        <p:nvPicPr>
          <p:cNvPr id="40" name="object 40"/>
          <p:cNvPicPr/>
          <p:nvPr/>
        </p:nvPicPr>
        <p:blipFill>
          <a:blip r:embed="rId12" cstate="print"/>
          <a:stretch>
            <a:fillRect/>
          </a:stretch>
        </p:blipFill>
        <p:spPr>
          <a:xfrm>
            <a:off x="17563568" y="1862149"/>
            <a:ext cx="109779" cy="109778"/>
          </a:xfrm>
          <a:prstGeom prst="rect">
            <a:avLst/>
          </a:prstGeom>
        </p:spPr>
      </p:pic>
      <p:pic>
        <p:nvPicPr>
          <p:cNvPr id="41" name="object 41"/>
          <p:cNvPicPr/>
          <p:nvPr/>
        </p:nvPicPr>
        <p:blipFill>
          <a:blip r:embed="rId12" cstate="print"/>
          <a:stretch>
            <a:fillRect/>
          </a:stretch>
        </p:blipFill>
        <p:spPr>
          <a:xfrm>
            <a:off x="17563568" y="1443034"/>
            <a:ext cx="109779" cy="109779"/>
          </a:xfrm>
          <a:prstGeom prst="rect">
            <a:avLst/>
          </a:prstGeom>
        </p:spPr>
      </p:pic>
      <p:pic>
        <p:nvPicPr>
          <p:cNvPr id="42" name="object 42"/>
          <p:cNvPicPr/>
          <p:nvPr/>
        </p:nvPicPr>
        <p:blipFill>
          <a:blip r:embed="rId12" cstate="print"/>
          <a:stretch>
            <a:fillRect/>
          </a:stretch>
        </p:blipFill>
        <p:spPr>
          <a:xfrm>
            <a:off x="17563568" y="1023906"/>
            <a:ext cx="109779" cy="109779"/>
          </a:xfrm>
          <a:prstGeom prst="rect">
            <a:avLst/>
          </a:prstGeom>
        </p:spPr>
      </p:pic>
      <p:pic>
        <p:nvPicPr>
          <p:cNvPr id="43" name="object 43"/>
          <p:cNvPicPr/>
          <p:nvPr/>
        </p:nvPicPr>
        <p:blipFill>
          <a:blip r:embed="rId21" cstate="print"/>
          <a:stretch>
            <a:fillRect/>
          </a:stretch>
        </p:blipFill>
        <p:spPr>
          <a:xfrm>
            <a:off x="17563566" y="604779"/>
            <a:ext cx="109781" cy="109780"/>
          </a:xfrm>
          <a:prstGeom prst="rect">
            <a:avLst/>
          </a:prstGeom>
        </p:spPr>
      </p:pic>
      <p:sp>
        <p:nvSpPr>
          <p:cNvPr id="44" name="object 44"/>
          <p:cNvSpPr txBox="1">
            <a:spLocks noGrp="1"/>
          </p:cNvSpPr>
          <p:nvPr>
            <p:ph type="title"/>
          </p:nvPr>
        </p:nvSpPr>
        <p:spPr>
          <a:prstGeom prst="rect">
            <a:avLst/>
          </a:prstGeom>
        </p:spPr>
        <p:txBody>
          <a:bodyPr vert="horz" wrap="square" lIns="0" tIns="500532" rIns="0" bIns="0" rtlCol="0">
            <a:spAutoFit/>
          </a:bodyPr>
          <a:lstStyle/>
          <a:p>
            <a:pPr marL="2479675">
              <a:lnSpc>
                <a:spcPct val="100000"/>
              </a:lnSpc>
              <a:spcBef>
                <a:spcPts val="100"/>
              </a:spcBef>
            </a:pPr>
            <a:r>
              <a:rPr spc="165" dirty="0"/>
              <a:t>CONCLUSION</a:t>
            </a:r>
            <a:endParaRPr spc="165" dirty="0"/>
          </a:p>
        </p:txBody>
      </p:sp>
      <p:pic>
        <p:nvPicPr>
          <p:cNvPr id="45" name="object 45"/>
          <p:cNvPicPr/>
          <p:nvPr/>
        </p:nvPicPr>
        <p:blipFill>
          <a:blip r:embed="rId22" cstate="print"/>
          <a:stretch>
            <a:fillRect/>
          </a:stretch>
        </p:blipFill>
        <p:spPr>
          <a:xfrm>
            <a:off x="2270389" y="0"/>
            <a:ext cx="2162174" cy="2109126"/>
          </a:xfrm>
          <a:prstGeom prst="rect">
            <a:avLst/>
          </a:prstGeom>
        </p:spPr>
      </p:pic>
      <p:pic>
        <p:nvPicPr>
          <p:cNvPr id="46" name="object 46"/>
          <p:cNvPicPr/>
          <p:nvPr/>
        </p:nvPicPr>
        <p:blipFill>
          <a:blip r:embed="rId23" cstate="print"/>
          <a:stretch>
            <a:fillRect/>
          </a:stretch>
        </p:blipFill>
        <p:spPr>
          <a:xfrm>
            <a:off x="13974985" y="0"/>
            <a:ext cx="2867024" cy="2540738"/>
          </a:xfrm>
          <a:prstGeom prst="rect">
            <a:avLst/>
          </a:prstGeom>
        </p:spPr>
      </p:pic>
      <p:sp>
        <p:nvSpPr>
          <p:cNvPr id="48" name="TextBox 47"/>
          <p:cNvSpPr txBox="1"/>
          <p:nvPr/>
        </p:nvSpPr>
        <p:spPr>
          <a:xfrm>
            <a:off x="3200400" y="4000500"/>
            <a:ext cx="12407005" cy="3170099"/>
          </a:xfrm>
          <a:prstGeom prst="rect">
            <a:avLst/>
          </a:prstGeom>
          <a:noFill/>
        </p:spPr>
        <p:txBody>
          <a:bodyPr wrap="square">
            <a:spAutoFit/>
          </a:bodyPr>
          <a:lstStyle/>
          <a:p>
            <a:r>
              <a:rPr lang="en-US" sz="4000" b="1" dirty="0">
                <a:solidFill>
                  <a:schemeClr val="accent2">
                    <a:lumMod val="75000"/>
                  </a:schemeClr>
                </a:solidFill>
              </a:rPr>
              <a:t>The project successfully demonstrates how customer age impacts buying behavior. Businesses can use these insights to target specific age groups, improve marketing strategies, and increase overall sales.</a:t>
            </a:r>
            <a:endParaRPr lang="en-IN" sz="4000" b="1" dirty="0">
              <a:solidFill>
                <a:schemeClr val="accent2">
                  <a:lumMod val="75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2951480" cy="2951480"/>
            <a:chOff x="0" y="0"/>
            <a:chExt cx="2951480" cy="2951480"/>
          </a:xfrm>
        </p:grpSpPr>
        <p:sp>
          <p:nvSpPr>
            <p:cNvPr id="3" name="object 3"/>
            <p:cNvSpPr/>
            <p:nvPr/>
          </p:nvSpPr>
          <p:spPr>
            <a:xfrm>
              <a:off x="0" y="0"/>
              <a:ext cx="2951480" cy="2951480"/>
            </a:xfrm>
            <a:custGeom>
              <a:avLst/>
              <a:gdLst/>
              <a:ahLst/>
              <a:cxnLst/>
              <a:rect l="l" t="t" r="r" b="b"/>
              <a:pathLst>
                <a:path w="2951480" h="2951480">
                  <a:moveTo>
                    <a:pt x="2951043" y="0"/>
                  </a:moveTo>
                  <a:lnTo>
                    <a:pt x="0" y="0"/>
                  </a:lnTo>
                  <a:lnTo>
                    <a:pt x="0" y="2951043"/>
                  </a:lnTo>
                  <a:lnTo>
                    <a:pt x="2951043" y="0"/>
                  </a:lnTo>
                  <a:close/>
                </a:path>
              </a:pathLst>
            </a:custGeom>
            <a:solidFill>
              <a:srgbClr val="FFC62F"/>
            </a:solidFill>
          </p:spPr>
          <p:txBody>
            <a:bodyPr wrap="square" lIns="0" tIns="0" rIns="0" bIns="0" rtlCol="0"/>
            <a:lstStyle/>
            <a:p/>
          </p:txBody>
        </p:sp>
        <p:sp>
          <p:nvSpPr>
            <p:cNvPr id="4" name="object 4"/>
            <p:cNvSpPr/>
            <p:nvPr/>
          </p:nvSpPr>
          <p:spPr>
            <a:xfrm>
              <a:off x="0" y="0"/>
              <a:ext cx="1671320" cy="1671320"/>
            </a:xfrm>
            <a:custGeom>
              <a:avLst/>
              <a:gdLst/>
              <a:ahLst/>
              <a:cxnLst/>
              <a:rect l="l" t="t" r="r" b="b"/>
              <a:pathLst>
                <a:path w="1671320" h="1671320">
                  <a:moveTo>
                    <a:pt x="1670693" y="0"/>
                  </a:moveTo>
                  <a:lnTo>
                    <a:pt x="0" y="0"/>
                  </a:lnTo>
                  <a:lnTo>
                    <a:pt x="0" y="1670693"/>
                  </a:lnTo>
                  <a:lnTo>
                    <a:pt x="1670693" y="0"/>
                  </a:lnTo>
                  <a:close/>
                </a:path>
              </a:pathLst>
            </a:custGeom>
            <a:solidFill>
              <a:srgbClr val="002972"/>
            </a:solidFill>
          </p:spPr>
          <p:txBody>
            <a:bodyPr wrap="square" lIns="0" tIns="0" rIns="0" bIns="0" rtlCol="0"/>
            <a:lstStyle/>
            <a:p/>
          </p:txBody>
        </p:sp>
      </p:grpSp>
      <p:grpSp>
        <p:nvGrpSpPr>
          <p:cNvPr id="5" name="object 5"/>
          <p:cNvGrpSpPr/>
          <p:nvPr/>
        </p:nvGrpSpPr>
        <p:grpSpPr>
          <a:xfrm>
            <a:off x="15406028" y="7405027"/>
            <a:ext cx="2882265" cy="2882265"/>
            <a:chOff x="15406028" y="7405027"/>
            <a:chExt cx="2882265" cy="2882265"/>
          </a:xfrm>
        </p:grpSpPr>
        <p:sp>
          <p:nvSpPr>
            <p:cNvPr id="6" name="object 6"/>
            <p:cNvSpPr/>
            <p:nvPr/>
          </p:nvSpPr>
          <p:spPr>
            <a:xfrm>
              <a:off x="15406028" y="7405027"/>
              <a:ext cx="2882265" cy="2882265"/>
            </a:xfrm>
            <a:custGeom>
              <a:avLst/>
              <a:gdLst/>
              <a:ahLst/>
              <a:cxnLst/>
              <a:rect l="l" t="t" r="r" b="b"/>
              <a:pathLst>
                <a:path w="2882265" h="2882265">
                  <a:moveTo>
                    <a:pt x="0" y="2881971"/>
                  </a:moveTo>
                  <a:lnTo>
                    <a:pt x="2881972" y="2881971"/>
                  </a:lnTo>
                  <a:lnTo>
                    <a:pt x="2881972" y="0"/>
                  </a:lnTo>
                  <a:lnTo>
                    <a:pt x="0" y="2881971"/>
                  </a:lnTo>
                  <a:close/>
                </a:path>
              </a:pathLst>
            </a:custGeom>
            <a:solidFill>
              <a:srgbClr val="FFC62F"/>
            </a:solidFill>
          </p:spPr>
          <p:txBody>
            <a:bodyPr wrap="square" lIns="0" tIns="0" rIns="0" bIns="0" rtlCol="0"/>
            <a:lstStyle/>
            <a:p/>
          </p:txBody>
        </p:sp>
        <p:sp>
          <p:nvSpPr>
            <p:cNvPr id="7" name="object 7"/>
            <p:cNvSpPr/>
            <p:nvPr/>
          </p:nvSpPr>
          <p:spPr>
            <a:xfrm>
              <a:off x="16686379" y="8685378"/>
              <a:ext cx="1602105" cy="1602105"/>
            </a:xfrm>
            <a:custGeom>
              <a:avLst/>
              <a:gdLst/>
              <a:ahLst/>
              <a:cxnLst/>
              <a:rect l="l" t="t" r="r" b="b"/>
              <a:pathLst>
                <a:path w="1602105" h="1602104">
                  <a:moveTo>
                    <a:pt x="0" y="1601621"/>
                  </a:moveTo>
                  <a:lnTo>
                    <a:pt x="1601621" y="1601621"/>
                  </a:lnTo>
                  <a:lnTo>
                    <a:pt x="1601621" y="0"/>
                  </a:lnTo>
                  <a:lnTo>
                    <a:pt x="0" y="1601621"/>
                  </a:lnTo>
                  <a:close/>
                </a:path>
              </a:pathLst>
            </a:custGeom>
            <a:solidFill>
              <a:srgbClr val="002972"/>
            </a:solidFill>
          </p:spPr>
          <p:txBody>
            <a:bodyPr wrap="square" lIns="0" tIns="0" rIns="0" bIns="0" rtlCol="0"/>
            <a:lstStyle/>
            <a:p/>
          </p:txBody>
        </p:sp>
      </p:grpSp>
      <p:pic>
        <p:nvPicPr>
          <p:cNvPr id="8" name="object 8"/>
          <p:cNvPicPr/>
          <p:nvPr/>
        </p:nvPicPr>
        <p:blipFill>
          <a:blip r:embed="rId1" cstate="print"/>
          <a:stretch>
            <a:fillRect/>
          </a:stretch>
        </p:blipFill>
        <p:spPr>
          <a:xfrm>
            <a:off x="610204" y="9567953"/>
            <a:ext cx="109780" cy="109780"/>
          </a:xfrm>
          <a:prstGeom prst="rect">
            <a:avLst/>
          </a:prstGeom>
        </p:spPr>
      </p:pic>
      <p:pic>
        <p:nvPicPr>
          <p:cNvPr id="9" name="object 9"/>
          <p:cNvPicPr/>
          <p:nvPr/>
        </p:nvPicPr>
        <p:blipFill>
          <a:blip r:embed="rId2" cstate="print"/>
          <a:stretch>
            <a:fillRect/>
          </a:stretch>
        </p:blipFill>
        <p:spPr>
          <a:xfrm>
            <a:off x="610204" y="9148825"/>
            <a:ext cx="109780" cy="109780"/>
          </a:xfrm>
          <a:prstGeom prst="rect">
            <a:avLst/>
          </a:prstGeom>
        </p:spPr>
      </p:pic>
      <p:pic>
        <p:nvPicPr>
          <p:cNvPr id="10" name="object 10"/>
          <p:cNvPicPr/>
          <p:nvPr/>
        </p:nvPicPr>
        <p:blipFill>
          <a:blip r:embed="rId3" cstate="print"/>
          <a:stretch>
            <a:fillRect/>
          </a:stretch>
        </p:blipFill>
        <p:spPr>
          <a:xfrm>
            <a:off x="610205" y="8729673"/>
            <a:ext cx="109779" cy="109780"/>
          </a:xfrm>
          <a:prstGeom prst="rect">
            <a:avLst/>
          </a:prstGeom>
        </p:spPr>
      </p:pic>
      <p:pic>
        <p:nvPicPr>
          <p:cNvPr id="11" name="object 11"/>
          <p:cNvPicPr/>
          <p:nvPr/>
        </p:nvPicPr>
        <p:blipFill>
          <a:blip r:embed="rId3" cstate="print"/>
          <a:stretch>
            <a:fillRect/>
          </a:stretch>
        </p:blipFill>
        <p:spPr>
          <a:xfrm>
            <a:off x="610205" y="8310558"/>
            <a:ext cx="109779" cy="109780"/>
          </a:xfrm>
          <a:prstGeom prst="rect">
            <a:avLst/>
          </a:prstGeom>
        </p:spPr>
      </p:pic>
      <p:pic>
        <p:nvPicPr>
          <p:cNvPr id="12" name="object 12"/>
          <p:cNvPicPr/>
          <p:nvPr/>
        </p:nvPicPr>
        <p:blipFill>
          <a:blip r:embed="rId3" cstate="print"/>
          <a:stretch>
            <a:fillRect/>
          </a:stretch>
        </p:blipFill>
        <p:spPr>
          <a:xfrm>
            <a:off x="610205" y="7891430"/>
            <a:ext cx="109779" cy="109780"/>
          </a:xfrm>
          <a:prstGeom prst="rect">
            <a:avLst/>
          </a:prstGeom>
        </p:spPr>
      </p:pic>
      <p:pic>
        <p:nvPicPr>
          <p:cNvPr id="13" name="object 13"/>
          <p:cNvPicPr/>
          <p:nvPr/>
        </p:nvPicPr>
        <p:blipFill>
          <a:blip r:embed="rId4" cstate="print"/>
          <a:stretch>
            <a:fillRect/>
          </a:stretch>
        </p:blipFill>
        <p:spPr>
          <a:xfrm>
            <a:off x="610203" y="7472302"/>
            <a:ext cx="109780" cy="109780"/>
          </a:xfrm>
          <a:prstGeom prst="rect">
            <a:avLst/>
          </a:prstGeom>
        </p:spPr>
      </p:pic>
      <p:pic>
        <p:nvPicPr>
          <p:cNvPr id="14" name="object 14"/>
          <p:cNvPicPr/>
          <p:nvPr/>
        </p:nvPicPr>
        <p:blipFill>
          <a:blip r:embed="rId5" cstate="print"/>
          <a:stretch>
            <a:fillRect/>
          </a:stretch>
        </p:blipFill>
        <p:spPr>
          <a:xfrm>
            <a:off x="971592" y="9567953"/>
            <a:ext cx="109780" cy="109780"/>
          </a:xfrm>
          <a:prstGeom prst="rect">
            <a:avLst/>
          </a:prstGeom>
        </p:spPr>
      </p:pic>
      <p:pic>
        <p:nvPicPr>
          <p:cNvPr id="15" name="object 15"/>
          <p:cNvPicPr/>
          <p:nvPr/>
        </p:nvPicPr>
        <p:blipFill>
          <a:blip r:embed="rId6" cstate="print"/>
          <a:stretch>
            <a:fillRect/>
          </a:stretch>
        </p:blipFill>
        <p:spPr>
          <a:xfrm>
            <a:off x="971641" y="9148822"/>
            <a:ext cx="109782" cy="109783"/>
          </a:xfrm>
          <a:prstGeom prst="rect">
            <a:avLst/>
          </a:prstGeom>
        </p:spPr>
      </p:pic>
      <p:pic>
        <p:nvPicPr>
          <p:cNvPr id="16" name="object 16"/>
          <p:cNvPicPr/>
          <p:nvPr/>
        </p:nvPicPr>
        <p:blipFill>
          <a:blip r:embed="rId7" cstate="print"/>
          <a:stretch>
            <a:fillRect/>
          </a:stretch>
        </p:blipFill>
        <p:spPr>
          <a:xfrm>
            <a:off x="971592" y="8729673"/>
            <a:ext cx="109780" cy="109780"/>
          </a:xfrm>
          <a:prstGeom prst="rect">
            <a:avLst/>
          </a:prstGeom>
        </p:spPr>
      </p:pic>
      <p:pic>
        <p:nvPicPr>
          <p:cNvPr id="17" name="object 17"/>
          <p:cNvPicPr/>
          <p:nvPr/>
        </p:nvPicPr>
        <p:blipFill>
          <a:blip r:embed="rId7" cstate="print"/>
          <a:stretch>
            <a:fillRect/>
          </a:stretch>
        </p:blipFill>
        <p:spPr>
          <a:xfrm>
            <a:off x="971592" y="8310558"/>
            <a:ext cx="109780" cy="109780"/>
          </a:xfrm>
          <a:prstGeom prst="rect">
            <a:avLst/>
          </a:prstGeom>
        </p:spPr>
      </p:pic>
      <p:pic>
        <p:nvPicPr>
          <p:cNvPr id="18" name="object 18"/>
          <p:cNvPicPr/>
          <p:nvPr/>
        </p:nvPicPr>
        <p:blipFill>
          <a:blip r:embed="rId8" cstate="print"/>
          <a:stretch>
            <a:fillRect/>
          </a:stretch>
        </p:blipFill>
        <p:spPr>
          <a:xfrm>
            <a:off x="971641" y="7891427"/>
            <a:ext cx="109782" cy="109784"/>
          </a:xfrm>
          <a:prstGeom prst="rect">
            <a:avLst/>
          </a:prstGeom>
        </p:spPr>
      </p:pic>
      <p:pic>
        <p:nvPicPr>
          <p:cNvPr id="19" name="object 19"/>
          <p:cNvPicPr/>
          <p:nvPr/>
        </p:nvPicPr>
        <p:blipFill>
          <a:blip r:embed="rId9" cstate="print"/>
          <a:stretch>
            <a:fillRect/>
          </a:stretch>
        </p:blipFill>
        <p:spPr>
          <a:xfrm>
            <a:off x="971640" y="7472299"/>
            <a:ext cx="109782" cy="109783"/>
          </a:xfrm>
          <a:prstGeom prst="rect">
            <a:avLst/>
          </a:prstGeom>
        </p:spPr>
      </p:pic>
      <p:pic>
        <p:nvPicPr>
          <p:cNvPr id="20" name="object 20"/>
          <p:cNvPicPr/>
          <p:nvPr/>
        </p:nvPicPr>
        <p:blipFill>
          <a:blip r:embed="rId10" cstate="print"/>
          <a:stretch>
            <a:fillRect/>
          </a:stretch>
        </p:blipFill>
        <p:spPr>
          <a:xfrm>
            <a:off x="1332967" y="9567953"/>
            <a:ext cx="109780" cy="109779"/>
          </a:xfrm>
          <a:prstGeom prst="rect">
            <a:avLst/>
          </a:prstGeom>
        </p:spPr>
      </p:pic>
      <p:pic>
        <p:nvPicPr>
          <p:cNvPr id="21" name="object 21"/>
          <p:cNvPicPr/>
          <p:nvPr/>
        </p:nvPicPr>
        <p:blipFill>
          <a:blip r:embed="rId11" cstate="print"/>
          <a:stretch>
            <a:fillRect/>
          </a:stretch>
        </p:blipFill>
        <p:spPr>
          <a:xfrm>
            <a:off x="1332967" y="9148825"/>
            <a:ext cx="109780" cy="109780"/>
          </a:xfrm>
          <a:prstGeom prst="rect">
            <a:avLst/>
          </a:prstGeom>
        </p:spPr>
      </p:pic>
      <p:pic>
        <p:nvPicPr>
          <p:cNvPr id="22" name="object 22"/>
          <p:cNvPicPr/>
          <p:nvPr/>
        </p:nvPicPr>
        <p:blipFill>
          <a:blip r:embed="rId12" cstate="print"/>
          <a:stretch>
            <a:fillRect/>
          </a:stretch>
        </p:blipFill>
        <p:spPr>
          <a:xfrm>
            <a:off x="1332968" y="8729674"/>
            <a:ext cx="109779" cy="109778"/>
          </a:xfrm>
          <a:prstGeom prst="rect">
            <a:avLst/>
          </a:prstGeom>
        </p:spPr>
      </p:pic>
      <p:pic>
        <p:nvPicPr>
          <p:cNvPr id="23" name="object 23"/>
          <p:cNvPicPr/>
          <p:nvPr/>
        </p:nvPicPr>
        <p:blipFill>
          <a:blip r:embed="rId12" cstate="print"/>
          <a:stretch>
            <a:fillRect/>
          </a:stretch>
        </p:blipFill>
        <p:spPr>
          <a:xfrm>
            <a:off x="1332968" y="8310558"/>
            <a:ext cx="109779" cy="109779"/>
          </a:xfrm>
          <a:prstGeom prst="rect">
            <a:avLst/>
          </a:prstGeom>
        </p:spPr>
      </p:pic>
      <p:pic>
        <p:nvPicPr>
          <p:cNvPr id="24" name="object 24"/>
          <p:cNvPicPr/>
          <p:nvPr/>
        </p:nvPicPr>
        <p:blipFill>
          <a:blip r:embed="rId12" cstate="print"/>
          <a:stretch>
            <a:fillRect/>
          </a:stretch>
        </p:blipFill>
        <p:spPr>
          <a:xfrm>
            <a:off x="1332968" y="7891431"/>
            <a:ext cx="109779" cy="109779"/>
          </a:xfrm>
          <a:prstGeom prst="rect">
            <a:avLst/>
          </a:prstGeom>
        </p:spPr>
      </p:pic>
      <p:pic>
        <p:nvPicPr>
          <p:cNvPr id="25" name="object 25"/>
          <p:cNvPicPr/>
          <p:nvPr/>
        </p:nvPicPr>
        <p:blipFill>
          <a:blip r:embed="rId13" cstate="print"/>
          <a:stretch>
            <a:fillRect/>
          </a:stretch>
        </p:blipFill>
        <p:spPr>
          <a:xfrm>
            <a:off x="1332967" y="7472303"/>
            <a:ext cx="109781" cy="109780"/>
          </a:xfrm>
          <a:prstGeom prst="rect">
            <a:avLst/>
          </a:prstGeom>
        </p:spPr>
      </p:pic>
      <p:pic>
        <p:nvPicPr>
          <p:cNvPr id="26" name="object 26"/>
          <p:cNvPicPr/>
          <p:nvPr/>
        </p:nvPicPr>
        <p:blipFill>
          <a:blip r:embed="rId14" cstate="print"/>
          <a:stretch>
            <a:fillRect/>
          </a:stretch>
        </p:blipFill>
        <p:spPr>
          <a:xfrm>
            <a:off x="16840804" y="2700428"/>
            <a:ext cx="109780" cy="109780"/>
          </a:xfrm>
          <a:prstGeom prst="rect">
            <a:avLst/>
          </a:prstGeom>
        </p:spPr>
      </p:pic>
      <p:pic>
        <p:nvPicPr>
          <p:cNvPr id="27" name="object 27"/>
          <p:cNvPicPr/>
          <p:nvPr/>
        </p:nvPicPr>
        <p:blipFill>
          <a:blip r:embed="rId2" cstate="print"/>
          <a:stretch>
            <a:fillRect/>
          </a:stretch>
        </p:blipFill>
        <p:spPr>
          <a:xfrm>
            <a:off x="16840804" y="2281301"/>
            <a:ext cx="109780" cy="109780"/>
          </a:xfrm>
          <a:prstGeom prst="rect">
            <a:avLst/>
          </a:prstGeom>
        </p:spPr>
      </p:pic>
      <p:pic>
        <p:nvPicPr>
          <p:cNvPr id="28" name="object 28"/>
          <p:cNvPicPr/>
          <p:nvPr/>
        </p:nvPicPr>
        <p:blipFill>
          <a:blip r:embed="rId3" cstate="print"/>
          <a:stretch>
            <a:fillRect/>
          </a:stretch>
        </p:blipFill>
        <p:spPr>
          <a:xfrm>
            <a:off x="16840804" y="1862148"/>
            <a:ext cx="109779" cy="109780"/>
          </a:xfrm>
          <a:prstGeom prst="rect">
            <a:avLst/>
          </a:prstGeom>
        </p:spPr>
      </p:pic>
      <p:pic>
        <p:nvPicPr>
          <p:cNvPr id="29" name="object 29"/>
          <p:cNvPicPr/>
          <p:nvPr/>
        </p:nvPicPr>
        <p:blipFill>
          <a:blip r:embed="rId3" cstate="print"/>
          <a:stretch>
            <a:fillRect/>
          </a:stretch>
        </p:blipFill>
        <p:spPr>
          <a:xfrm>
            <a:off x="16840804" y="1443033"/>
            <a:ext cx="109779" cy="109780"/>
          </a:xfrm>
          <a:prstGeom prst="rect">
            <a:avLst/>
          </a:prstGeom>
        </p:spPr>
      </p:pic>
      <p:pic>
        <p:nvPicPr>
          <p:cNvPr id="30" name="object 30"/>
          <p:cNvPicPr/>
          <p:nvPr/>
        </p:nvPicPr>
        <p:blipFill>
          <a:blip r:embed="rId15" cstate="print"/>
          <a:stretch>
            <a:fillRect/>
          </a:stretch>
        </p:blipFill>
        <p:spPr>
          <a:xfrm>
            <a:off x="16840804" y="1023906"/>
            <a:ext cx="109779" cy="109780"/>
          </a:xfrm>
          <a:prstGeom prst="rect">
            <a:avLst/>
          </a:prstGeom>
        </p:spPr>
      </p:pic>
      <p:pic>
        <p:nvPicPr>
          <p:cNvPr id="31" name="object 31"/>
          <p:cNvPicPr/>
          <p:nvPr/>
        </p:nvPicPr>
        <p:blipFill>
          <a:blip r:embed="rId16" cstate="print"/>
          <a:stretch>
            <a:fillRect/>
          </a:stretch>
        </p:blipFill>
        <p:spPr>
          <a:xfrm>
            <a:off x="16840803" y="604778"/>
            <a:ext cx="109780" cy="109780"/>
          </a:xfrm>
          <a:prstGeom prst="rect">
            <a:avLst/>
          </a:prstGeom>
        </p:spPr>
      </p:pic>
      <p:pic>
        <p:nvPicPr>
          <p:cNvPr id="32" name="object 32"/>
          <p:cNvPicPr/>
          <p:nvPr/>
        </p:nvPicPr>
        <p:blipFill>
          <a:blip r:embed="rId2" cstate="print"/>
          <a:stretch>
            <a:fillRect/>
          </a:stretch>
        </p:blipFill>
        <p:spPr>
          <a:xfrm>
            <a:off x="17202191" y="2700428"/>
            <a:ext cx="109780" cy="109780"/>
          </a:xfrm>
          <a:prstGeom prst="rect">
            <a:avLst/>
          </a:prstGeom>
        </p:spPr>
      </p:pic>
      <p:pic>
        <p:nvPicPr>
          <p:cNvPr id="33" name="object 33"/>
          <p:cNvPicPr/>
          <p:nvPr/>
        </p:nvPicPr>
        <p:blipFill>
          <a:blip r:embed="rId17" cstate="print"/>
          <a:stretch>
            <a:fillRect/>
          </a:stretch>
        </p:blipFill>
        <p:spPr>
          <a:xfrm>
            <a:off x="17202239" y="2281297"/>
            <a:ext cx="109782" cy="109783"/>
          </a:xfrm>
          <a:prstGeom prst="rect">
            <a:avLst/>
          </a:prstGeom>
        </p:spPr>
      </p:pic>
      <p:pic>
        <p:nvPicPr>
          <p:cNvPr id="34" name="object 34"/>
          <p:cNvPicPr/>
          <p:nvPr/>
        </p:nvPicPr>
        <p:blipFill>
          <a:blip r:embed="rId7" cstate="print"/>
          <a:stretch>
            <a:fillRect/>
          </a:stretch>
        </p:blipFill>
        <p:spPr>
          <a:xfrm>
            <a:off x="17202191" y="1862148"/>
            <a:ext cx="109780" cy="109780"/>
          </a:xfrm>
          <a:prstGeom prst="rect">
            <a:avLst/>
          </a:prstGeom>
        </p:spPr>
      </p:pic>
      <p:pic>
        <p:nvPicPr>
          <p:cNvPr id="35" name="object 35"/>
          <p:cNvPicPr/>
          <p:nvPr/>
        </p:nvPicPr>
        <p:blipFill>
          <a:blip r:embed="rId7" cstate="print"/>
          <a:stretch>
            <a:fillRect/>
          </a:stretch>
        </p:blipFill>
        <p:spPr>
          <a:xfrm>
            <a:off x="17202191" y="1443033"/>
            <a:ext cx="109780" cy="109780"/>
          </a:xfrm>
          <a:prstGeom prst="rect">
            <a:avLst/>
          </a:prstGeom>
        </p:spPr>
      </p:pic>
      <p:pic>
        <p:nvPicPr>
          <p:cNvPr id="36" name="object 36"/>
          <p:cNvPicPr/>
          <p:nvPr/>
        </p:nvPicPr>
        <p:blipFill>
          <a:blip r:embed="rId18" cstate="print"/>
          <a:stretch>
            <a:fillRect/>
          </a:stretch>
        </p:blipFill>
        <p:spPr>
          <a:xfrm>
            <a:off x="17202239" y="1023902"/>
            <a:ext cx="109782" cy="109784"/>
          </a:xfrm>
          <a:prstGeom prst="rect">
            <a:avLst/>
          </a:prstGeom>
        </p:spPr>
      </p:pic>
      <p:pic>
        <p:nvPicPr>
          <p:cNvPr id="37" name="object 37"/>
          <p:cNvPicPr/>
          <p:nvPr/>
        </p:nvPicPr>
        <p:blipFill>
          <a:blip r:embed="rId9" cstate="print"/>
          <a:stretch>
            <a:fillRect/>
          </a:stretch>
        </p:blipFill>
        <p:spPr>
          <a:xfrm>
            <a:off x="17202239" y="604775"/>
            <a:ext cx="109782" cy="109783"/>
          </a:xfrm>
          <a:prstGeom prst="rect">
            <a:avLst/>
          </a:prstGeom>
        </p:spPr>
      </p:pic>
      <p:pic>
        <p:nvPicPr>
          <p:cNvPr id="38" name="object 38"/>
          <p:cNvPicPr/>
          <p:nvPr/>
        </p:nvPicPr>
        <p:blipFill>
          <a:blip r:embed="rId19" cstate="print"/>
          <a:stretch>
            <a:fillRect/>
          </a:stretch>
        </p:blipFill>
        <p:spPr>
          <a:xfrm>
            <a:off x="17563566" y="2700429"/>
            <a:ext cx="109780" cy="109779"/>
          </a:xfrm>
          <a:prstGeom prst="rect">
            <a:avLst/>
          </a:prstGeom>
        </p:spPr>
      </p:pic>
      <p:pic>
        <p:nvPicPr>
          <p:cNvPr id="39" name="object 39"/>
          <p:cNvPicPr/>
          <p:nvPr/>
        </p:nvPicPr>
        <p:blipFill>
          <a:blip r:embed="rId20" cstate="print"/>
          <a:stretch>
            <a:fillRect/>
          </a:stretch>
        </p:blipFill>
        <p:spPr>
          <a:xfrm>
            <a:off x="17563566" y="2281301"/>
            <a:ext cx="109780" cy="109780"/>
          </a:xfrm>
          <a:prstGeom prst="rect">
            <a:avLst/>
          </a:prstGeom>
        </p:spPr>
      </p:pic>
      <p:pic>
        <p:nvPicPr>
          <p:cNvPr id="40" name="object 40"/>
          <p:cNvPicPr/>
          <p:nvPr/>
        </p:nvPicPr>
        <p:blipFill>
          <a:blip r:embed="rId12" cstate="print"/>
          <a:stretch>
            <a:fillRect/>
          </a:stretch>
        </p:blipFill>
        <p:spPr>
          <a:xfrm>
            <a:off x="17563568" y="1862149"/>
            <a:ext cx="109779" cy="109778"/>
          </a:xfrm>
          <a:prstGeom prst="rect">
            <a:avLst/>
          </a:prstGeom>
        </p:spPr>
      </p:pic>
      <p:pic>
        <p:nvPicPr>
          <p:cNvPr id="41" name="object 41"/>
          <p:cNvPicPr/>
          <p:nvPr/>
        </p:nvPicPr>
        <p:blipFill>
          <a:blip r:embed="rId12" cstate="print"/>
          <a:stretch>
            <a:fillRect/>
          </a:stretch>
        </p:blipFill>
        <p:spPr>
          <a:xfrm>
            <a:off x="17563568" y="1443034"/>
            <a:ext cx="109779" cy="109779"/>
          </a:xfrm>
          <a:prstGeom prst="rect">
            <a:avLst/>
          </a:prstGeom>
        </p:spPr>
      </p:pic>
      <p:pic>
        <p:nvPicPr>
          <p:cNvPr id="42" name="object 42"/>
          <p:cNvPicPr/>
          <p:nvPr/>
        </p:nvPicPr>
        <p:blipFill>
          <a:blip r:embed="rId12" cstate="print"/>
          <a:stretch>
            <a:fillRect/>
          </a:stretch>
        </p:blipFill>
        <p:spPr>
          <a:xfrm>
            <a:off x="17563568" y="1023906"/>
            <a:ext cx="109779" cy="109779"/>
          </a:xfrm>
          <a:prstGeom prst="rect">
            <a:avLst/>
          </a:prstGeom>
        </p:spPr>
      </p:pic>
      <p:pic>
        <p:nvPicPr>
          <p:cNvPr id="43" name="object 43"/>
          <p:cNvPicPr/>
          <p:nvPr/>
        </p:nvPicPr>
        <p:blipFill>
          <a:blip r:embed="rId21" cstate="print"/>
          <a:stretch>
            <a:fillRect/>
          </a:stretch>
        </p:blipFill>
        <p:spPr>
          <a:xfrm>
            <a:off x="17563566" y="604779"/>
            <a:ext cx="109781" cy="109780"/>
          </a:xfrm>
          <a:prstGeom prst="rect">
            <a:avLst/>
          </a:prstGeom>
        </p:spPr>
      </p:pic>
      <p:sp>
        <p:nvSpPr>
          <p:cNvPr id="44" name="object 44"/>
          <p:cNvSpPr txBox="1">
            <a:spLocks noGrp="1"/>
          </p:cNvSpPr>
          <p:nvPr>
            <p:ph type="title"/>
          </p:nvPr>
        </p:nvSpPr>
        <p:spPr>
          <a:xfrm>
            <a:off x="3983741" y="3627689"/>
            <a:ext cx="9922510" cy="1945639"/>
          </a:xfrm>
          <a:prstGeom prst="rect">
            <a:avLst/>
          </a:prstGeom>
        </p:spPr>
        <p:txBody>
          <a:bodyPr vert="horz" wrap="square" lIns="0" tIns="12065" rIns="0" bIns="0" rtlCol="0">
            <a:spAutoFit/>
          </a:bodyPr>
          <a:lstStyle/>
          <a:p>
            <a:pPr marL="12700">
              <a:lnSpc>
                <a:spcPct val="100000"/>
              </a:lnSpc>
              <a:spcBef>
                <a:spcPts val="95"/>
              </a:spcBef>
            </a:pPr>
            <a:r>
              <a:rPr sz="12600" spc="245" dirty="0"/>
              <a:t>THANK</a:t>
            </a:r>
            <a:r>
              <a:rPr sz="12600" spc="165" dirty="0"/>
              <a:t> </a:t>
            </a:r>
            <a:r>
              <a:rPr sz="12600" spc="190" dirty="0"/>
              <a:t>YOU</a:t>
            </a:r>
            <a:endParaRPr sz="12600"/>
          </a:p>
        </p:txBody>
      </p:sp>
      <p:pic>
        <p:nvPicPr>
          <p:cNvPr id="45" name="object 45"/>
          <p:cNvPicPr/>
          <p:nvPr/>
        </p:nvPicPr>
        <p:blipFill>
          <a:blip r:embed="rId22" cstate="print"/>
          <a:stretch>
            <a:fillRect/>
          </a:stretch>
        </p:blipFill>
        <p:spPr>
          <a:xfrm>
            <a:off x="2014804" y="24874"/>
            <a:ext cx="2162174" cy="2162174"/>
          </a:xfrm>
          <a:prstGeom prst="rect">
            <a:avLst/>
          </a:prstGeom>
        </p:spPr>
      </p:pic>
      <p:pic>
        <p:nvPicPr>
          <p:cNvPr id="46" name="object 46"/>
          <p:cNvPicPr/>
          <p:nvPr/>
        </p:nvPicPr>
        <p:blipFill>
          <a:blip r:embed="rId23" cstate="print"/>
          <a:stretch>
            <a:fillRect/>
          </a:stretch>
        </p:blipFill>
        <p:spPr>
          <a:xfrm>
            <a:off x="13974985" y="0"/>
            <a:ext cx="2867024" cy="25407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2078</Words>
  <Application>WPS Presentation</Application>
  <PresentationFormat>Custom</PresentationFormat>
  <Paragraphs>87</Paragraphs>
  <Slides>16</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Arial</vt:lpstr>
      <vt:lpstr>SimSun</vt:lpstr>
      <vt:lpstr>Wingdings</vt:lpstr>
      <vt:lpstr>Tahoma</vt:lpstr>
      <vt:lpstr>Microsoft YaHei</vt:lpstr>
      <vt:lpstr>汉仪旗黑</vt:lpstr>
      <vt:lpstr>Arial Unicode MS</vt:lpstr>
      <vt:lpstr>Calibri</vt:lpstr>
      <vt:lpstr>Helvetica Neue</vt:lpstr>
      <vt:lpstr>宋体-简</vt:lpstr>
      <vt:lpstr>Office Theme</vt:lpstr>
      <vt:lpstr>customer age  vs  buying analysis</vt:lpstr>
      <vt:lpstr>ABSTRACT</vt:lpstr>
      <vt:lpstr>PROBLEM STATEMENT</vt:lpstr>
      <vt:lpstr>OBJECTIVES</vt:lpstr>
      <vt:lpstr>OBJECTIVES</vt:lpstr>
      <vt:lpstr>SCOPE</vt:lpstr>
      <vt:lpstr>EXISTING SYSTEM</vt:lpstr>
      <vt:lpstr>PROPOSED SYSTEM</vt:lpstr>
      <vt:lpstr>METHODOLOGY</vt:lpstr>
      <vt:lpstr>TOOLS	AND LANGUAGES</vt:lpstr>
      <vt:lpstr>SCREEN OF YOUR PROJECT</vt:lpstr>
      <vt:lpstr>SCREEN OF YOUR PROJECT</vt:lpstr>
      <vt:lpstr>SCREEN OF YOUR PROJECT</vt:lpstr>
      <vt:lpstr>CHALLENGES</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LOGESHKUMAR M</dc:creator>
  <cp:keywords>DAHGVZVWrLk,BAEO6X2wdNw,0</cp:keywords>
  <cp:lastModifiedBy>padhmabalak</cp:lastModifiedBy>
  <cp:revision>3</cp:revision>
  <dcterms:created xsi:type="dcterms:W3CDTF">2026-04-29T12:47:08Z</dcterms:created>
  <dcterms:modified xsi:type="dcterms:W3CDTF">2026-04-29T12:47:08Z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2026-04-09T05:30:00Z</vt:filetime>
  </property>
  <property fmtid="{D5CDD505-2E9C-101B-9397-08002B2CF9AE}" pid="3" name="Creator">
    <vt:lpwstr>Canva</vt:lpwstr>
  </property>
  <property fmtid="{D5CDD505-2E9C-101B-9397-08002B2CF9AE}" pid="4" name="LastSaved">
    <vt:filetime>2026-04-09T05:30:00Z</vt:filetime>
  </property>
  <property fmtid="{D5CDD505-2E9C-101B-9397-08002B2CF9AE}" pid="5" name="Producer">
    <vt:lpwstr>Canva</vt:lpwstr>
  </property>
  <property fmtid="{D5CDD505-2E9C-101B-9397-08002B2CF9AE}" pid="6" name="KSOProductBuildVer">
    <vt:lpwstr>1033-12.1.25880.25880</vt:lpwstr>
  </property>
  <property fmtid="{D5CDD505-2E9C-101B-9397-08002B2CF9AE}" pid="7" name="ICV">
    <vt:lpwstr>E56F1D2E4E88A466CCFDF1692A46BE1E_43</vt:lpwstr>
  </property>
</Properties>
</file>